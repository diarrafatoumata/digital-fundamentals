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65" r:id="rId10"/>
    <p:sldId id="266" r:id="rId11"/>
    <p:sldId id="263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54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A065B-86FF-4C62-893D-71ED1A32155A}" type="datetimeFigureOut">
              <a:rPr lang="es-ES" smtClean="0"/>
              <a:t>16/11/2025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6963-4FE4-4250-8A31-0706B805C96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07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5F6963-4FE4-4250-8A31-0706B805C96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0436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1105" y="342976"/>
            <a:ext cx="681100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8601" y="487806"/>
            <a:ext cx="554037" cy="4697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4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441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275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442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16103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54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227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644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260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6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29387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9126" y="0"/>
                </a:moveTo>
                <a:lnTo>
                  <a:pt x="36004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6004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274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3604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84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393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84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42707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8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460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9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4933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94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52679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A4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559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A4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59302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38" y="0"/>
                </a:moveTo>
                <a:lnTo>
                  <a:pt x="36017" y="0"/>
                </a:lnTo>
                <a:lnTo>
                  <a:pt x="33489" y="0"/>
                </a:lnTo>
                <a:lnTo>
                  <a:pt x="0" y="0"/>
                </a:lnTo>
                <a:lnTo>
                  <a:pt x="0" y="128879"/>
                </a:lnTo>
                <a:lnTo>
                  <a:pt x="33489" y="128879"/>
                </a:lnTo>
                <a:lnTo>
                  <a:pt x="36017" y="128879"/>
                </a:lnTo>
                <a:lnTo>
                  <a:pt x="69138" y="128879"/>
                </a:lnTo>
                <a:lnTo>
                  <a:pt x="69138" y="0"/>
                </a:lnTo>
                <a:close/>
              </a:path>
            </a:pathLst>
          </a:custGeom>
          <a:solidFill>
            <a:srgbClr val="2B4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6596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4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692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C4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7262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67593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D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79283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D5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825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E5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8590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E5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89255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F5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6958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055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6992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05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70253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0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7058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1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0919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15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125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1582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A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19171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33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725831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4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7291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4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7324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4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7358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5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73911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5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7424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66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7457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6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7490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7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75240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7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557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863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590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623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657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9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7690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96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7237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A67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756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A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790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B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782351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B69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856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C6A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889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C6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792323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3D6C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7989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D6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8022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E6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0560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E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0895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F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1226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F70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8155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07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8189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0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8222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8255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17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8288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8322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27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835524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2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8388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3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8421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377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84549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47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8488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4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8521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5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8555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85881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B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862128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67C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8687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77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872100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77E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8754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7F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87876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8820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8854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98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8887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2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892044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A8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8987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B8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90205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B85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9053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C8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90867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C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91202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91533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9186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D89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921995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4E8A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9286202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991" y="0"/>
                </a:moveTo>
                <a:lnTo>
                  <a:pt x="0" y="0"/>
                </a:lnTo>
                <a:lnTo>
                  <a:pt x="0" y="128879"/>
                </a:lnTo>
                <a:lnTo>
                  <a:pt x="35991" y="128879"/>
                </a:lnTo>
                <a:lnTo>
                  <a:pt x="35991" y="0"/>
                </a:lnTo>
                <a:close/>
              </a:path>
            </a:pathLst>
          </a:custGeom>
          <a:solidFill>
            <a:srgbClr val="4F8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3196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F8C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935280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08D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9419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8E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94525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18F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9485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9519120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529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9585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9618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965196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49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97185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59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9751682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596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9883800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596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0015919" y="6728396"/>
            <a:ext cx="267335" cy="128905"/>
          </a:xfrm>
          <a:custGeom>
            <a:avLst/>
            <a:gdLst/>
            <a:ahLst/>
            <a:cxnLst/>
            <a:rect l="l" t="t" r="r" b="b"/>
            <a:pathLst>
              <a:path w="267334" h="128904">
                <a:moveTo>
                  <a:pt x="266763" y="0"/>
                </a:moveTo>
                <a:lnTo>
                  <a:pt x="134645" y="0"/>
                </a:lnTo>
                <a:lnTo>
                  <a:pt x="132118" y="0"/>
                </a:lnTo>
                <a:lnTo>
                  <a:pt x="0" y="0"/>
                </a:lnTo>
                <a:lnTo>
                  <a:pt x="0" y="128879"/>
                </a:lnTo>
                <a:lnTo>
                  <a:pt x="132118" y="128879"/>
                </a:lnTo>
                <a:lnTo>
                  <a:pt x="134645" y="128879"/>
                </a:lnTo>
                <a:lnTo>
                  <a:pt x="266763" y="128879"/>
                </a:lnTo>
                <a:lnTo>
                  <a:pt x="266763" y="0"/>
                </a:lnTo>
                <a:close/>
              </a:path>
            </a:pathLst>
          </a:custGeom>
          <a:solidFill>
            <a:srgbClr val="5497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028015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39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041228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399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054440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5299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0593718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2197" y="0"/>
                </a:lnTo>
                <a:lnTo>
                  <a:pt x="49682" y="0"/>
                </a:lnTo>
                <a:lnTo>
                  <a:pt x="0" y="0"/>
                </a:lnTo>
                <a:lnTo>
                  <a:pt x="0" y="128879"/>
                </a:lnTo>
                <a:lnTo>
                  <a:pt x="49682" y="128879"/>
                </a:lnTo>
                <a:lnTo>
                  <a:pt x="52197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519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069271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0742396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0792079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1841" y="0"/>
                </a:lnTo>
                <a:lnTo>
                  <a:pt x="49326" y="0"/>
                </a:lnTo>
                <a:lnTo>
                  <a:pt x="0" y="0"/>
                </a:lnTo>
                <a:lnTo>
                  <a:pt x="0" y="128879"/>
                </a:lnTo>
                <a:lnTo>
                  <a:pt x="49326" y="128879"/>
                </a:lnTo>
                <a:lnTo>
                  <a:pt x="51841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4F9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0891075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E9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0940402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E9B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099008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D9B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039399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089081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13876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B9D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188077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B9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237760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A9D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28707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4A9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33675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99E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36591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E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395443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424958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79F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454117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79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48364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1673" y="0"/>
                </a:lnTo>
                <a:lnTo>
                  <a:pt x="29159" y="0"/>
                </a:lnTo>
                <a:lnTo>
                  <a:pt x="0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31673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46A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54231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5A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57147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5A1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601005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4A1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630164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3A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165967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3A2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168883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2A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171836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2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174752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1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11777040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1A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1806199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0A4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11835714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0A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1186488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3FA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1189440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11923560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1195307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2042" y="0"/>
                </a:lnTo>
                <a:lnTo>
                  <a:pt x="29527" y="0"/>
                </a:lnTo>
                <a:lnTo>
                  <a:pt x="0" y="0"/>
                </a:lnTo>
                <a:lnTo>
                  <a:pt x="0" y="128879"/>
                </a:lnTo>
                <a:lnTo>
                  <a:pt x="29527" y="128879"/>
                </a:lnTo>
                <a:lnTo>
                  <a:pt x="32042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3DA6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201176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CA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204127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3CA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1207043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BA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12099963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3BA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12129122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12159716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3047847" y="6728422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41630" y="0"/>
                </a:moveTo>
                <a:lnTo>
                  <a:pt x="15354" y="0"/>
                </a:lnTo>
                <a:lnTo>
                  <a:pt x="12839" y="0"/>
                </a:lnTo>
                <a:lnTo>
                  <a:pt x="0" y="0"/>
                </a:lnTo>
                <a:lnTo>
                  <a:pt x="0" y="128866"/>
                </a:lnTo>
                <a:lnTo>
                  <a:pt x="15036" y="128879"/>
                </a:lnTo>
                <a:lnTo>
                  <a:pt x="41313" y="128866"/>
                </a:lnTo>
                <a:lnTo>
                  <a:pt x="41630" y="0"/>
                </a:lnTo>
                <a:close/>
              </a:path>
            </a:pathLst>
          </a:custGeom>
          <a:solidFill>
            <a:srgbClr val="372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30866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8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311327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75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475" y="0"/>
                </a:lnTo>
                <a:close/>
              </a:path>
            </a:pathLst>
          </a:custGeom>
          <a:solidFill>
            <a:srgbClr val="382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3139554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502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71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393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31924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50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3A3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321912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65" y="0"/>
                </a:moveTo>
                <a:lnTo>
                  <a:pt x="329" y="0"/>
                </a:lnTo>
                <a:lnTo>
                  <a:pt x="0" y="128879"/>
                </a:lnTo>
                <a:lnTo>
                  <a:pt x="28805" y="128879"/>
                </a:lnTo>
                <a:lnTo>
                  <a:pt x="29465" y="0"/>
                </a:lnTo>
                <a:close/>
              </a:path>
            </a:pathLst>
          </a:custGeom>
          <a:solidFill>
            <a:srgbClr val="3A30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32453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8" y="0"/>
                </a:moveTo>
                <a:lnTo>
                  <a:pt x="671" y="0"/>
                </a:lnTo>
                <a:lnTo>
                  <a:pt x="0" y="128879"/>
                </a:lnTo>
                <a:lnTo>
                  <a:pt x="29157" y="128879"/>
                </a:lnTo>
                <a:lnTo>
                  <a:pt x="29498" y="0"/>
                </a:lnTo>
                <a:close/>
              </a:path>
            </a:pathLst>
          </a:custGeom>
          <a:solidFill>
            <a:srgbClr val="3B3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32720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B31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3298317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34" y="0"/>
                </a:moveTo>
                <a:lnTo>
                  <a:pt x="29502" y="0"/>
                </a:lnTo>
                <a:lnTo>
                  <a:pt x="26974" y="0"/>
                </a:lnTo>
                <a:lnTo>
                  <a:pt x="673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803" y="128879"/>
                </a:lnTo>
                <a:lnTo>
                  <a:pt x="56134" y="0"/>
                </a:lnTo>
                <a:close/>
              </a:path>
            </a:pathLst>
          </a:custGeom>
          <a:solidFill>
            <a:srgbClr val="3C3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335160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0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3D3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33778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D3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34045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3E3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343080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E3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3457435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8803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3F3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35103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41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03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353665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03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35632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4133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358957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133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3616198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502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234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366912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33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369576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4334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372204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43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374868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329" y="0"/>
                </a:lnTo>
                <a:lnTo>
                  <a:pt x="0" y="128879"/>
                </a:lnTo>
                <a:lnTo>
                  <a:pt x="28798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443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3774960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489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4535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382789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671" y="0"/>
                </a:lnTo>
                <a:lnTo>
                  <a:pt x="0" y="128879"/>
                </a:lnTo>
                <a:lnTo>
                  <a:pt x="29152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635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385453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329" y="0"/>
                </a:lnTo>
                <a:lnTo>
                  <a:pt x="0" y="128879"/>
                </a:lnTo>
                <a:lnTo>
                  <a:pt x="28799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463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38808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1" y="0"/>
                </a:moveTo>
                <a:lnTo>
                  <a:pt x="659" y="0"/>
                </a:lnTo>
                <a:lnTo>
                  <a:pt x="0" y="128879"/>
                </a:lnTo>
                <a:lnTo>
                  <a:pt x="29151" y="128879"/>
                </a:lnTo>
                <a:lnTo>
                  <a:pt x="29481" y="0"/>
                </a:lnTo>
                <a:close/>
              </a:path>
            </a:pathLst>
          </a:custGeom>
          <a:solidFill>
            <a:srgbClr val="4736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39074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341" y="0"/>
                </a:lnTo>
                <a:lnTo>
                  <a:pt x="0" y="128879"/>
                </a:lnTo>
                <a:lnTo>
                  <a:pt x="28810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73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3933736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0"/>
                </a:moveTo>
                <a:lnTo>
                  <a:pt x="29476" y="0"/>
                </a:lnTo>
                <a:lnTo>
                  <a:pt x="26962" y="0"/>
                </a:lnTo>
                <a:lnTo>
                  <a:pt x="660" y="0"/>
                </a:lnTo>
                <a:lnTo>
                  <a:pt x="0" y="128879"/>
                </a:lnTo>
                <a:lnTo>
                  <a:pt x="26619" y="128879"/>
                </a:lnTo>
                <a:lnTo>
                  <a:pt x="29146" y="128879"/>
                </a:lnTo>
                <a:lnTo>
                  <a:pt x="55778" y="128879"/>
                </a:lnTo>
                <a:lnTo>
                  <a:pt x="56121" y="0"/>
                </a:lnTo>
                <a:close/>
              </a:path>
            </a:pathLst>
          </a:custGeom>
          <a:solidFill>
            <a:srgbClr val="4836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39866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59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937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401328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4937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403992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A37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406620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1" y="0"/>
                </a:moveTo>
                <a:lnTo>
                  <a:pt x="341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1" y="0"/>
                </a:lnTo>
                <a:close/>
              </a:path>
            </a:pathLst>
          </a:custGeom>
          <a:solidFill>
            <a:srgbClr val="4A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4092841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619" y="0"/>
                </a:lnTo>
                <a:lnTo>
                  <a:pt x="330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8816" y="128879"/>
                </a:lnTo>
                <a:lnTo>
                  <a:pt x="55435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B3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41457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C38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41720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C3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419869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01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D3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422498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8" y="128879"/>
                </a:lnTo>
                <a:lnTo>
                  <a:pt x="29478" y="0"/>
                </a:lnTo>
                <a:close/>
              </a:path>
            </a:pathLst>
          </a:custGeom>
          <a:solidFill>
            <a:srgbClr val="4D39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4251604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65" y="0"/>
                </a:moveTo>
                <a:lnTo>
                  <a:pt x="29489" y="0"/>
                </a:lnTo>
                <a:lnTo>
                  <a:pt x="26962" y="0"/>
                </a:lnTo>
                <a:lnTo>
                  <a:pt x="330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9159" y="128879"/>
                </a:lnTo>
                <a:lnTo>
                  <a:pt x="55435" y="128879"/>
                </a:lnTo>
                <a:lnTo>
                  <a:pt x="55765" y="0"/>
                </a:lnTo>
                <a:close/>
              </a:path>
            </a:pathLst>
          </a:custGeom>
          <a:solidFill>
            <a:srgbClr val="4E3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430453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F3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433116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F3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43574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03A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438408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503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4410354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12"/>
                </a:moveTo>
                <a:lnTo>
                  <a:pt x="29502" y="12"/>
                </a:lnTo>
                <a:lnTo>
                  <a:pt x="26974" y="0"/>
                </a:lnTo>
                <a:lnTo>
                  <a:pt x="342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71" y="128892"/>
                </a:lnTo>
                <a:lnTo>
                  <a:pt x="55460" y="128892"/>
                </a:lnTo>
                <a:lnTo>
                  <a:pt x="56121" y="12"/>
                </a:lnTo>
                <a:close/>
              </a:path>
            </a:pathLst>
          </a:custGeom>
          <a:solidFill>
            <a:srgbClr val="513A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446328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523B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448993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329" y="0"/>
                </a:lnTo>
                <a:lnTo>
                  <a:pt x="0" y="128879"/>
                </a:lnTo>
                <a:lnTo>
                  <a:pt x="28817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523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4516209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12"/>
                </a:moveTo>
                <a:lnTo>
                  <a:pt x="29489" y="12"/>
                </a:lnTo>
                <a:lnTo>
                  <a:pt x="26962" y="0"/>
                </a:lnTo>
                <a:lnTo>
                  <a:pt x="673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59" y="128892"/>
                </a:lnTo>
                <a:lnTo>
                  <a:pt x="55460" y="128892"/>
                </a:lnTo>
                <a:lnTo>
                  <a:pt x="56108" y="12"/>
                </a:lnTo>
                <a:close/>
              </a:path>
            </a:pathLst>
          </a:custGeom>
          <a:solidFill>
            <a:srgbClr val="533B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45691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671" y="0"/>
                </a:lnTo>
                <a:lnTo>
                  <a:pt x="0" y="128879"/>
                </a:lnTo>
                <a:lnTo>
                  <a:pt x="29146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54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45957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462206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7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46486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63C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467532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563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47016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73D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472824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7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475453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8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47811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41" y="0"/>
                </a:lnTo>
                <a:lnTo>
                  <a:pt x="0" y="128879"/>
                </a:lnTo>
                <a:lnTo>
                  <a:pt x="28818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83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48074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93D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483409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41" y="0"/>
                </a:lnTo>
                <a:lnTo>
                  <a:pt x="0" y="128879"/>
                </a:lnTo>
                <a:lnTo>
                  <a:pt x="28820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93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486039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3" y="0"/>
                </a:moveTo>
                <a:lnTo>
                  <a:pt x="659" y="0"/>
                </a:lnTo>
                <a:lnTo>
                  <a:pt x="0" y="128879"/>
                </a:lnTo>
                <a:lnTo>
                  <a:pt x="29143" y="128879"/>
                </a:lnTo>
                <a:lnTo>
                  <a:pt x="29473" y="0"/>
                </a:lnTo>
                <a:close/>
              </a:path>
            </a:pathLst>
          </a:custGeom>
          <a:solidFill>
            <a:srgbClr val="5A3E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488701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29" y="0"/>
                </a:lnTo>
                <a:lnTo>
                  <a:pt x="0" y="128879"/>
                </a:lnTo>
                <a:lnTo>
                  <a:pt x="28819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A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49133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5" y="0"/>
                </a:moveTo>
                <a:lnTo>
                  <a:pt x="671" y="0"/>
                </a:lnTo>
                <a:lnTo>
                  <a:pt x="0" y="128879"/>
                </a:lnTo>
                <a:lnTo>
                  <a:pt x="29155" y="128879"/>
                </a:lnTo>
                <a:lnTo>
                  <a:pt x="29485" y="0"/>
                </a:lnTo>
                <a:close/>
              </a:path>
            </a:pathLst>
          </a:custGeom>
          <a:solidFill>
            <a:srgbClr val="5B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493993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B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496622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71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5C3F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499285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C3F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501950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D3F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50457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D3F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507242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E40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50986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E4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51253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F4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51516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659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5F40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517825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041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52045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659" y="0"/>
                </a:lnTo>
                <a:lnTo>
                  <a:pt x="0" y="128879"/>
                </a:lnTo>
                <a:lnTo>
                  <a:pt x="29140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60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52311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1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52574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1" y="0"/>
                </a:moveTo>
                <a:lnTo>
                  <a:pt x="659" y="0"/>
                </a:lnTo>
                <a:lnTo>
                  <a:pt x="0" y="128879"/>
                </a:lnTo>
                <a:lnTo>
                  <a:pt x="29141" y="128879"/>
                </a:lnTo>
                <a:lnTo>
                  <a:pt x="29471" y="0"/>
                </a:lnTo>
                <a:close/>
              </a:path>
            </a:pathLst>
          </a:custGeom>
          <a:solidFill>
            <a:srgbClr val="614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52840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241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531040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659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624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53370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34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53636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3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53899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2" y="0"/>
                </a:moveTo>
                <a:lnTo>
                  <a:pt x="330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2" y="0"/>
                </a:lnTo>
                <a:close/>
              </a:path>
            </a:pathLst>
          </a:custGeom>
          <a:solidFill>
            <a:srgbClr val="64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541658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23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44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544285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643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546950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11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64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549580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643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552242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643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554872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7" y="0"/>
                </a:moveTo>
                <a:lnTo>
                  <a:pt x="671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7" y="0"/>
                </a:lnTo>
                <a:close/>
              </a:path>
            </a:pathLst>
          </a:custGeom>
          <a:solidFill>
            <a:srgbClr val="674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55753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744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560164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8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844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562826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84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56545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6" y="0"/>
                </a:moveTo>
                <a:lnTo>
                  <a:pt x="659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6" y="0"/>
                </a:lnTo>
                <a:close/>
              </a:path>
            </a:pathLst>
          </a:custGeom>
          <a:solidFill>
            <a:srgbClr val="6944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56811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9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570782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A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57340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A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57607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6" y="0"/>
                </a:moveTo>
                <a:lnTo>
                  <a:pt x="329" y="0"/>
                </a:lnTo>
                <a:lnTo>
                  <a:pt x="0" y="128879"/>
                </a:lnTo>
                <a:lnTo>
                  <a:pt x="28826" y="128879"/>
                </a:lnTo>
                <a:lnTo>
                  <a:pt x="29486" y="0"/>
                </a:lnTo>
                <a:close/>
              </a:path>
            </a:pathLst>
          </a:custGeom>
          <a:solidFill>
            <a:srgbClr val="6B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578702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B46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581366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8828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C4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58399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C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58665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329" y="0"/>
                </a:lnTo>
                <a:lnTo>
                  <a:pt x="0" y="128879"/>
                </a:lnTo>
                <a:lnTo>
                  <a:pt x="28827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6D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589288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D4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59195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6E47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594580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3" y="0"/>
                </a:moveTo>
                <a:lnTo>
                  <a:pt x="671" y="0"/>
                </a:lnTo>
                <a:lnTo>
                  <a:pt x="0" y="128879"/>
                </a:lnTo>
                <a:lnTo>
                  <a:pt x="29133" y="128879"/>
                </a:lnTo>
                <a:lnTo>
                  <a:pt x="29463" y="0"/>
                </a:lnTo>
                <a:close/>
              </a:path>
            </a:pathLst>
          </a:custGeom>
          <a:solidFill>
            <a:srgbClr val="6E4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597242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F4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59990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6F4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602534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704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6051983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7048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6078271" y="6728397"/>
            <a:ext cx="17780" cy="128905"/>
          </a:xfrm>
          <a:custGeom>
            <a:avLst/>
            <a:gdLst/>
            <a:ahLst/>
            <a:cxnLst/>
            <a:rect l="l" t="t" r="r" b="b"/>
            <a:pathLst>
              <a:path w="17779" h="128904">
                <a:moveTo>
                  <a:pt x="17424" y="0"/>
                </a:moveTo>
                <a:lnTo>
                  <a:pt x="329" y="0"/>
                </a:lnTo>
                <a:lnTo>
                  <a:pt x="0" y="128891"/>
                </a:lnTo>
                <a:lnTo>
                  <a:pt x="17424" y="128891"/>
                </a:lnTo>
                <a:lnTo>
                  <a:pt x="17424" y="0"/>
                </a:lnTo>
                <a:close/>
              </a:path>
            </a:pathLst>
          </a:custGeom>
          <a:solidFill>
            <a:srgbClr val="7148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0" y="6728345"/>
            <a:ext cx="74930" cy="129539"/>
          </a:xfrm>
          <a:custGeom>
            <a:avLst/>
            <a:gdLst/>
            <a:ahLst/>
            <a:cxnLst/>
            <a:rect l="l" t="t" r="r" b="b"/>
            <a:pathLst>
              <a:path w="74930" h="129540">
                <a:moveTo>
                  <a:pt x="74333" y="128955"/>
                </a:moveTo>
                <a:lnTo>
                  <a:pt x="72009" y="76"/>
                </a:lnTo>
                <a:lnTo>
                  <a:pt x="35280" y="76"/>
                </a:lnTo>
                <a:lnTo>
                  <a:pt x="0" y="0"/>
                </a:lnTo>
                <a:lnTo>
                  <a:pt x="0" y="128955"/>
                </a:lnTo>
                <a:lnTo>
                  <a:pt x="35191" y="128955"/>
                </a:lnTo>
                <a:lnTo>
                  <a:pt x="37604" y="128955"/>
                </a:lnTo>
                <a:lnTo>
                  <a:pt x="74333" y="128955"/>
                </a:lnTo>
                <a:close/>
              </a:path>
            </a:pathLst>
          </a:custGeom>
          <a:solidFill>
            <a:srgbClr val="DA48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6950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9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A4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106229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1" y="0"/>
                </a:moveTo>
                <a:lnTo>
                  <a:pt x="0" y="0"/>
                </a:lnTo>
                <a:lnTo>
                  <a:pt x="2318" y="128879"/>
                </a:lnTo>
                <a:lnTo>
                  <a:pt x="41315" y="128879"/>
                </a:lnTo>
                <a:lnTo>
                  <a:pt x="39251" y="0"/>
                </a:lnTo>
                <a:close/>
              </a:path>
            </a:pathLst>
          </a:custGeom>
          <a:solidFill>
            <a:srgbClr val="DA4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14296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B4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1796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B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21641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C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253149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39" y="128892"/>
                </a:moveTo>
                <a:lnTo>
                  <a:pt x="75615" y="12"/>
                </a:lnTo>
                <a:lnTo>
                  <a:pt x="39243" y="12"/>
                </a:lnTo>
                <a:lnTo>
                  <a:pt x="36728" y="12"/>
                </a:lnTo>
                <a:lnTo>
                  <a:pt x="0" y="0"/>
                </a:lnTo>
                <a:lnTo>
                  <a:pt x="2057" y="128892"/>
                </a:lnTo>
                <a:lnTo>
                  <a:pt x="38785" y="128892"/>
                </a:lnTo>
                <a:lnTo>
                  <a:pt x="41300" y="128892"/>
                </a:lnTo>
                <a:lnTo>
                  <a:pt x="77939" y="128892"/>
                </a:lnTo>
                <a:close/>
              </a:path>
            </a:pathLst>
          </a:custGeom>
          <a:solidFill>
            <a:srgbClr val="DB4D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326258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4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C4E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3629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318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4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39971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6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6" y="0"/>
                </a:lnTo>
                <a:close/>
              </a:path>
            </a:pathLst>
          </a:custGeom>
          <a:solidFill>
            <a:srgbClr val="DC5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43643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C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47316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C51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50990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5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546620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65" y="128892"/>
                </a:moveTo>
                <a:lnTo>
                  <a:pt x="75641" y="12"/>
                </a:lnTo>
                <a:lnTo>
                  <a:pt x="38900" y="12"/>
                </a:lnTo>
                <a:lnTo>
                  <a:pt x="36385" y="12"/>
                </a:lnTo>
                <a:lnTo>
                  <a:pt x="0" y="0"/>
                </a:lnTo>
                <a:lnTo>
                  <a:pt x="2070" y="128879"/>
                </a:lnTo>
                <a:lnTo>
                  <a:pt x="38696" y="128879"/>
                </a:lnTo>
                <a:lnTo>
                  <a:pt x="77965" y="128892"/>
                </a:lnTo>
                <a:close/>
              </a:path>
            </a:pathLst>
          </a:custGeom>
          <a:solidFill>
            <a:srgbClr val="DD5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61974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3" y="0"/>
                </a:moveTo>
                <a:lnTo>
                  <a:pt x="0" y="0"/>
                </a:lnTo>
                <a:lnTo>
                  <a:pt x="2318" y="128879"/>
                </a:lnTo>
                <a:lnTo>
                  <a:pt x="41297" y="128879"/>
                </a:lnTo>
                <a:lnTo>
                  <a:pt x="39233" y="0"/>
                </a:lnTo>
                <a:close/>
              </a:path>
            </a:pathLst>
          </a:custGeom>
          <a:solidFill>
            <a:srgbClr val="DD5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65648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14" y="0"/>
                </a:moveTo>
                <a:lnTo>
                  <a:pt x="0" y="0"/>
                </a:lnTo>
                <a:lnTo>
                  <a:pt x="2318" y="128879"/>
                </a:lnTo>
                <a:lnTo>
                  <a:pt x="41282" y="128879"/>
                </a:lnTo>
                <a:lnTo>
                  <a:pt x="39214" y="0"/>
                </a:lnTo>
                <a:close/>
              </a:path>
            </a:pathLst>
          </a:custGeom>
          <a:solidFill>
            <a:srgbClr val="DD5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69318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2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D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729912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E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76665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7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7" y="0"/>
                </a:lnTo>
                <a:close/>
              </a:path>
            </a:pathLst>
          </a:custGeom>
          <a:solidFill>
            <a:srgbClr val="DE5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8033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DE5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83073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01" y="128892"/>
                </a:moveTo>
                <a:lnTo>
                  <a:pt x="57277" y="12"/>
                </a:lnTo>
                <a:lnTo>
                  <a:pt x="29895" y="12"/>
                </a:lnTo>
                <a:lnTo>
                  <a:pt x="27406" y="12"/>
                </a:lnTo>
                <a:lnTo>
                  <a:pt x="0" y="0"/>
                </a:lnTo>
                <a:lnTo>
                  <a:pt x="2070" y="128892"/>
                </a:lnTo>
                <a:lnTo>
                  <a:pt x="29718" y="128892"/>
                </a:lnTo>
                <a:lnTo>
                  <a:pt x="31953" y="128892"/>
                </a:lnTo>
                <a:lnTo>
                  <a:pt x="59601" y="128892"/>
                </a:lnTo>
                <a:close/>
              </a:path>
            </a:pathLst>
          </a:custGeom>
          <a:solidFill>
            <a:srgbClr val="DE5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88550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20" y="0"/>
                </a:moveTo>
                <a:lnTo>
                  <a:pt x="0" y="0"/>
                </a:lnTo>
                <a:lnTo>
                  <a:pt x="2323" y="128879"/>
                </a:lnTo>
                <a:lnTo>
                  <a:pt x="32284" y="128879"/>
                </a:lnTo>
                <a:lnTo>
                  <a:pt x="30220" y="0"/>
                </a:lnTo>
                <a:close/>
              </a:path>
            </a:pathLst>
          </a:custGeom>
          <a:solidFill>
            <a:srgbClr val="DF5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91320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DF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9405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1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4" y="128879"/>
                </a:lnTo>
                <a:lnTo>
                  <a:pt x="29921" y="0"/>
                </a:lnTo>
                <a:close/>
              </a:path>
            </a:pathLst>
          </a:custGeom>
          <a:solidFill>
            <a:srgbClr val="DF5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96796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1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81" y="128879"/>
                </a:lnTo>
                <a:lnTo>
                  <a:pt x="30213" y="0"/>
                </a:lnTo>
                <a:close/>
              </a:path>
            </a:pathLst>
          </a:custGeom>
          <a:solidFill>
            <a:srgbClr val="DF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9956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0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10230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3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0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105044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39" y="128892"/>
                </a:moveTo>
                <a:lnTo>
                  <a:pt x="57569" y="12"/>
                </a:lnTo>
                <a:lnTo>
                  <a:pt x="29870" y="12"/>
                </a:lnTo>
                <a:lnTo>
                  <a:pt x="27355" y="12"/>
                </a:lnTo>
                <a:lnTo>
                  <a:pt x="0" y="0"/>
                </a:lnTo>
                <a:lnTo>
                  <a:pt x="2311" y="128892"/>
                </a:lnTo>
                <a:lnTo>
                  <a:pt x="29679" y="128892"/>
                </a:lnTo>
                <a:lnTo>
                  <a:pt x="32194" y="128892"/>
                </a:lnTo>
                <a:lnTo>
                  <a:pt x="59639" y="128892"/>
                </a:lnTo>
                <a:close/>
              </a:path>
            </a:pathLst>
          </a:custGeom>
          <a:solidFill>
            <a:srgbClr val="E0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110549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16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11328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7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6" y="128879"/>
                </a:lnTo>
                <a:lnTo>
                  <a:pt x="29927" y="0"/>
                </a:lnTo>
                <a:close/>
              </a:path>
            </a:pathLst>
          </a:custGeom>
          <a:solidFill>
            <a:srgbClr val="E161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11602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6" y="0"/>
                </a:moveTo>
                <a:lnTo>
                  <a:pt x="0" y="0"/>
                </a:lnTo>
                <a:lnTo>
                  <a:pt x="2318" y="128879"/>
                </a:lnTo>
                <a:lnTo>
                  <a:pt x="32275" y="128879"/>
                </a:lnTo>
                <a:lnTo>
                  <a:pt x="30206" y="0"/>
                </a:lnTo>
                <a:close/>
              </a:path>
            </a:pathLst>
          </a:custGeom>
          <a:solidFill>
            <a:srgbClr val="E1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11879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162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121531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4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4" y="0"/>
                </a:lnTo>
                <a:close/>
              </a:path>
            </a:pathLst>
          </a:custGeom>
          <a:solidFill>
            <a:srgbClr val="E26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124274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0" y="128879"/>
                </a:lnTo>
                <a:lnTo>
                  <a:pt x="29877" y="0"/>
                </a:lnTo>
                <a:close/>
              </a:path>
            </a:pathLst>
          </a:custGeom>
          <a:solidFill>
            <a:srgbClr val="E26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127010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26" y="128892"/>
                </a:moveTo>
                <a:lnTo>
                  <a:pt x="57569" y="12"/>
                </a:lnTo>
                <a:lnTo>
                  <a:pt x="30200" y="12"/>
                </a:lnTo>
                <a:lnTo>
                  <a:pt x="27686" y="12"/>
                </a:lnTo>
                <a:lnTo>
                  <a:pt x="0" y="0"/>
                </a:lnTo>
                <a:lnTo>
                  <a:pt x="2311" y="128892"/>
                </a:lnTo>
                <a:lnTo>
                  <a:pt x="29743" y="128892"/>
                </a:lnTo>
                <a:lnTo>
                  <a:pt x="32270" y="128892"/>
                </a:lnTo>
                <a:lnTo>
                  <a:pt x="59626" y="128892"/>
                </a:lnTo>
                <a:close/>
              </a:path>
            </a:pathLst>
          </a:custGeom>
          <a:solidFill>
            <a:srgbClr val="E26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13251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33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2" y="128879"/>
                </a:lnTo>
                <a:lnTo>
                  <a:pt x="29933" y="0"/>
                </a:lnTo>
                <a:close/>
              </a:path>
            </a:pathLst>
          </a:custGeom>
          <a:solidFill>
            <a:srgbClr val="E26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135256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8" y="128879"/>
                </a:lnTo>
                <a:lnTo>
                  <a:pt x="30200" y="0"/>
                </a:lnTo>
                <a:close/>
              </a:path>
            </a:pathLst>
          </a:custGeom>
          <a:solidFill>
            <a:srgbClr val="E367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138025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36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140761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36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143503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11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369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146240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5" y="128879"/>
                </a:lnTo>
                <a:lnTo>
                  <a:pt x="30197" y="0"/>
                </a:lnTo>
                <a:close/>
              </a:path>
            </a:pathLst>
          </a:custGeom>
          <a:solidFill>
            <a:srgbClr val="E46A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49008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46B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151744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40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8" y="128879"/>
                </a:lnTo>
                <a:lnTo>
                  <a:pt x="29940" y="0"/>
                </a:lnTo>
                <a:close/>
              </a:path>
            </a:pathLst>
          </a:custGeom>
          <a:solidFill>
            <a:srgbClr val="E46B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154486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4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2" y="128879"/>
                </a:lnTo>
                <a:lnTo>
                  <a:pt x="30194" y="0"/>
                </a:lnTo>
                <a:close/>
              </a:path>
            </a:pathLst>
          </a:custGeom>
          <a:solidFill>
            <a:srgbClr val="E46C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157254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7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56D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159990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56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16273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8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6" y="128879"/>
                </a:lnTo>
                <a:lnTo>
                  <a:pt x="29878" y="0"/>
                </a:lnTo>
                <a:close/>
              </a:path>
            </a:pathLst>
          </a:custGeom>
          <a:solidFill>
            <a:srgbClr val="E56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165469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9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8" y="128879"/>
                </a:lnTo>
                <a:lnTo>
                  <a:pt x="30190" y="0"/>
                </a:lnTo>
                <a:close/>
              </a:path>
            </a:pathLst>
          </a:custGeom>
          <a:solidFill>
            <a:srgbClr val="E56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168237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670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17097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1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0" y="128879"/>
                </a:lnTo>
                <a:lnTo>
                  <a:pt x="29951" y="0"/>
                </a:lnTo>
                <a:close/>
              </a:path>
            </a:pathLst>
          </a:custGeom>
          <a:solidFill>
            <a:srgbClr val="E67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173716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5" y="128879"/>
                </a:lnTo>
                <a:lnTo>
                  <a:pt x="30187" y="0"/>
                </a:lnTo>
                <a:close/>
              </a:path>
            </a:pathLst>
          </a:custGeom>
          <a:solidFill>
            <a:srgbClr val="E671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17648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67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179219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2" y="128879"/>
                </a:lnTo>
                <a:lnTo>
                  <a:pt x="29954" y="0"/>
                </a:lnTo>
                <a:close/>
              </a:path>
            </a:pathLst>
          </a:custGeom>
          <a:solidFill>
            <a:srgbClr val="E77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1819630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13" y="128892"/>
                </a:moveTo>
                <a:lnTo>
                  <a:pt x="57543" y="12"/>
                </a:lnTo>
                <a:lnTo>
                  <a:pt x="29883" y="12"/>
                </a:lnTo>
                <a:lnTo>
                  <a:pt x="27660" y="12"/>
                </a:lnTo>
                <a:lnTo>
                  <a:pt x="0" y="0"/>
                </a:lnTo>
                <a:lnTo>
                  <a:pt x="2311" y="128892"/>
                </a:lnTo>
                <a:lnTo>
                  <a:pt x="29718" y="128892"/>
                </a:lnTo>
                <a:lnTo>
                  <a:pt x="32207" y="128892"/>
                </a:lnTo>
                <a:lnTo>
                  <a:pt x="59613" y="128892"/>
                </a:lnTo>
                <a:close/>
              </a:path>
            </a:pathLst>
          </a:custGeom>
          <a:solidFill>
            <a:srgbClr val="E77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187466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3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3" y="0"/>
                </a:lnTo>
                <a:close/>
              </a:path>
            </a:pathLst>
          </a:custGeom>
          <a:solidFill>
            <a:srgbClr val="E77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190202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7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6" y="128879"/>
                </a:lnTo>
                <a:lnTo>
                  <a:pt x="29957" y="0"/>
                </a:lnTo>
                <a:close/>
              </a:path>
            </a:pathLst>
          </a:custGeom>
          <a:solidFill>
            <a:srgbClr val="E776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192945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44" y="128879"/>
                </a:lnTo>
                <a:lnTo>
                  <a:pt x="30180" y="0"/>
                </a:lnTo>
                <a:close/>
              </a:path>
            </a:pathLst>
          </a:custGeom>
          <a:solidFill>
            <a:srgbClr val="E87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195712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877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198448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0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9" y="128879"/>
                </a:lnTo>
                <a:lnTo>
                  <a:pt x="29960" y="0"/>
                </a:lnTo>
                <a:close/>
              </a:path>
            </a:pathLst>
          </a:custGeom>
          <a:solidFill>
            <a:srgbClr val="E87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20119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7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879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203958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309" y="128892"/>
                </a:moveTo>
                <a:lnTo>
                  <a:pt x="57251" y="12"/>
                </a:lnTo>
                <a:lnTo>
                  <a:pt x="29883" y="12"/>
                </a:lnTo>
                <a:lnTo>
                  <a:pt x="27368" y="12"/>
                </a:lnTo>
                <a:lnTo>
                  <a:pt x="0" y="0"/>
                </a:lnTo>
                <a:lnTo>
                  <a:pt x="2057" y="128892"/>
                </a:lnTo>
                <a:lnTo>
                  <a:pt x="31940" y="128892"/>
                </a:lnTo>
                <a:lnTo>
                  <a:pt x="59309" y="128892"/>
                </a:lnTo>
                <a:close/>
              </a:path>
            </a:pathLst>
          </a:custGeom>
          <a:solidFill>
            <a:srgbClr val="E97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209432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2" y="128879"/>
                </a:lnTo>
                <a:lnTo>
                  <a:pt x="29964" y="0"/>
                </a:lnTo>
                <a:close/>
              </a:path>
            </a:pathLst>
          </a:custGeom>
          <a:solidFill>
            <a:srgbClr val="E97B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212175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7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38" y="128879"/>
                </a:lnTo>
                <a:lnTo>
                  <a:pt x="30173" y="0"/>
                </a:lnTo>
                <a:close/>
              </a:path>
            </a:pathLst>
          </a:custGeom>
          <a:solidFill>
            <a:srgbClr val="E97C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214941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A7D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217677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6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5" y="128879"/>
                </a:lnTo>
                <a:lnTo>
                  <a:pt x="29966" y="0"/>
                </a:lnTo>
                <a:close/>
              </a:path>
            </a:pathLst>
          </a:custGeom>
          <a:solidFill>
            <a:srgbClr val="EA7D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220422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4" y="0"/>
                </a:moveTo>
                <a:lnTo>
                  <a:pt x="0" y="0"/>
                </a:lnTo>
                <a:lnTo>
                  <a:pt x="2323" y="128879"/>
                </a:lnTo>
                <a:lnTo>
                  <a:pt x="32212" y="128879"/>
                </a:lnTo>
                <a:lnTo>
                  <a:pt x="29884" y="0"/>
                </a:lnTo>
                <a:close/>
              </a:path>
            </a:pathLst>
          </a:custGeom>
          <a:solidFill>
            <a:srgbClr val="EA7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223187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A7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2259241" y="6728421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51" y="128879"/>
                </a:moveTo>
                <a:lnTo>
                  <a:pt x="57340" y="0"/>
                </a:lnTo>
                <a:lnTo>
                  <a:pt x="29883" y="0"/>
                </a:lnTo>
                <a:lnTo>
                  <a:pt x="27368" y="0"/>
                </a:lnTo>
                <a:lnTo>
                  <a:pt x="0" y="0"/>
                </a:lnTo>
                <a:lnTo>
                  <a:pt x="2057" y="128879"/>
                </a:lnTo>
                <a:lnTo>
                  <a:pt x="29438" y="128879"/>
                </a:lnTo>
                <a:lnTo>
                  <a:pt x="31953" y="128879"/>
                </a:lnTo>
                <a:lnTo>
                  <a:pt x="59651" y="128879"/>
                </a:lnTo>
                <a:close/>
              </a:path>
            </a:pathLst>
          </a:custGeom>
          <a:solidFill>
            <a:srgbClr val="EB8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23140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1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0" y="128879"/>
                </a:lnTo>
                <a:lnTo>
                  <a:pt x="26215" y="0"/>
                </a:lnTo>
                <a:close/>
              </a:path>
            </a:pathLst>
          </a:custGeom>
          <a:solidFill>
            <a:srgbClr val="EB8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23377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23611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1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238455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0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24" y="128879"/>
                </a:lnTo>
                <a:lnTo>
                  <a:pt x="26006" y="0"/>
                </a:lnTo>
                <a:close/>
              </a:path>
            </a:pathLst>
          </a:custGeom>
          <a:solidFill>
            <a:srgbClr val="EC83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240804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1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EC8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243173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EC8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245513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C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24785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59" y="128879"/>
                </a:lnTo>
                <a:lnTo>
                  <a:pt x="28335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D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25020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9" y="0"/>
                </a:moveTo>
                <a:lnTo>
                  <a:pt x="0" y="0"/>
                </a:lnTo>
                <a:lnTo>
                  <a:pt x="2323" y="128879"/>
                </a:lnTo>
                <a:lnTo>
                  <a:pt x="28267" y="128879"/>
                </a:lnTo>
                <a:lnTo>
                  <a:pt x="26199" y="0"/>
                </a:lnTo>
                <a:close/>
              </a:path>
            </a:pathLst>
          </a:custGeom>
          <a:solidFill>
            <a:srgbClr val="ED87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252571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8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254912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59" y="128879"/>
                </a:lnTo>
                <a:lnTo>
                  <a:pt x="2798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25725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64" y="128879"/>
                </a:lnTo>
                <a:lnTo>
                  <a:pt x="28331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E8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259602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0" y="128879"/>
                </a:lnTo>
                <a:lnTo>
                  <a:pt x="26195" y="0"/>
                </a:lnTo>
                <a:close/>
              </a:path>
            </a:pathLst>
          </a:custGeom>
          <a:solidFill>
            <a:srgbClr val="EE8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261969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B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26431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266651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0" y="0"/>
                </a:moveTo>
                <a:lnTo>
                  <a:pt x="0" y="0"/>
                </a:lnTo>
                <a:lnTo>
                  <a:pt x="2054" y="128879"/>
                </a:lnTo>
                <a:lnTo>
                  <a:pt x="28343" y="128879"/>
                </a:lnTo>
                <a:lnTo>
                  <a:pt x="26010" y="0"/>
                </a:lnTo>
                <a:close/>
              </a:path>
            </a:pathLst>
          </a:custGeom>
          <a:solidFill>
            <a:srgbClr val="EF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26900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4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2" y="128879"/>
                </a:lnTo>
                <a:lnTo>
                  <a:pt x="26194" y="0"/>
                </a:lnTo>
                <a:close/>
              </a:path>
            </a:pathLst>
          </a:custGeom>
          <a:solidFill>
            <a:srgbClr val="EF8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27136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273708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276050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8" y="0"/>
                </a:moveTo>
                <a:lnTo>
                  <a:pt x="0" y="0"/>
                </a:lnTo>
                <a:lnTo>
                  <a:pt x="2068" y="128879"/>
                </a:lnTo>
                <a:lnTo>
                  <a:pt x="28341" y="128879"/>
                </a:lnTo>
                <a:lnTo>
                  <a:pt x="26018" y="0"/>
                </a:lnTo>
                <a:close/>
              </a:path>
            </a:pathLst>
          </a:custGeom>
          <a:solidFill>
            <a:srgbClr val="F08F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278399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32" y="128879"/>
                </a:lnTo>
                <a:lnTo>
                  <a:pt x="28268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F090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280766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F09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283108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F0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285448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1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0" y="128879"/>
                </a:lnTo>
                <a:lnTo>
                  <a:pt x="26021" y="0"/>
                </a:lnTo>
                <a:close/>
              </a:path>
            </a:pathLst>
          </a:custGeom>
          <a:solidFill>
            <a:srgbClr val="F1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28779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86" y="0"/>
                </a:moveTo>
                <a:lnTo>
                  <a:pt x="0" y="0"/>
                </a:lnTo>
                <a:lnTo>
                  <a:pt x="2318" y="128879"/>
                </a:lnTo>
                <a:lnTo>
                  <a:pt x="28250" y="128879"/>
                </a:lnTo>
                <a:lnTo>
                  <a:pt x="26186" y="0"/>
                </a:lnTo>
                <a:close/>
              </a:path>
            </a:pathLst>
          </a:custGeom>
          <a:solidFill>
            <a:srgbClr val="F19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29016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3" y="0"/>
                </a:moveTo>
                <a:lnTo>
                  <a:pt x="0" y="0"/>
                </a:lnTo>
                <a:lnTo>
                  <a:pt x="2064" y="128879"/>
                </a:lnTo>
                <a:lnTo>
                  <a:pt x="27978" y="128879"/>
                </a:lnTo>
                <a:lnTo>
                  <a:pt x="25923" y="0"/>
                </a:lnTo>
                <a:close/>
              </a:path>
            </a:pathLst>
          </a:custGeom>
          <a:solidFill>
            <a:srgbClr val="F19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29250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F195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294847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9" y="128879"/>
                </a:lnTo>
                <a:lnTo>
                  <a:pt x="26026" y="0"/>
                </a:lnTo>
                <a:close/>
              </a:path>
            </a:pathLst>
          </a:custGeom>
          <a:solidFill>
            <a:srgbClr val="F29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297197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2" y="0"/>
                </a:moveTo>
                <a:lnTo>
                  <a:pt x="0" y="0"/>
                </a:lnTo>
                <a:lnTo>
                  <a:pt x="2323" y="128879"/>
                </a:lnTo>
                <a:lnTo>
                  <a:pt x="28251" y="128879"/>
                </a:lnTo>
                <a:lnTo>
                  <a:pt x="26192" y="0"/>
                </a:lnTo>
                <a:close/>
              </a:path>
            </a:pathLst>
          </a:custGeom>
          <a:solidFill>
            <a:srgbClr val="F296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2995641" y="6728409"/>
            <a:ext cx="52705" cy="129539"/>
          </a:xfrm>
          <a:custGeom>
            <a:avLst/>
            <a:gdLst/>
            <a:ahLst/>
            <a:cxnLst/>
            <a:rect l="l" t="t" r="r" b="b"/>
            <a:pathLst>
              <a:path w="52705" h="129540">
                <a:moveTo>
                  <a:pt x="52206" y="0"/>
                </a:moveTo>
                <a:lnTo>
                  <a:pt x="0" y="0"/>
                </a:lnTo>
                <a:lnTo>
                  <a:pt x="2068" y="128914"/>
                </a:lnTo>
                <a:lnTo>
                  <a:pt x="52207" y="128914"/>
                </a:lnTo>
                <a:lnTo>
                  <a:pt x="52206" y="0"/>
                </a:lnTo>
                <a:close/>
              </a:path>
            </a:pathLst>
          </a:custGeom>
          <a:solidFill>
            <a:srgbClr val="F297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4" name="bg object 36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7683" y="701636"/>
            <a:ext cx="9600844" cy="54860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08601" y="487806"/>
            <a:ext cx="554037" cy="4697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4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441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275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442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16103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54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227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644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260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6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29387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9126" y="0"/>
                </a:moveTo>
                <a:lnTo>
                  <a:pt x="36004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6004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274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3604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84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393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84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42707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8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460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9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4933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94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52679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A4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559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A4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59302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38" y="0"/>
                </a:moveTo>
                <a:lnTo>
                  <a:pt x="36017" y="0"/>
                </a:lnTo>
                <a:lnTo>
                  <a:pt x="33489" y="0"/>
                </a:lnTo>
                <a:lnTo>
                  <a:pt x="0" y="0"/>
                </a:lnTo>
                <a:lnTo>
                  <a:pt x="0" y="128879"/>
                </a:lnTo>
                <a:lnTo>
                  <a:pt x="33489" y="128879"/>
                </a:lnTo>
                <a:lnTo>
                  <a:pt x="36017" y="128879"/>
                </a:lnTo>
                <a:lnTo>
                  <a:pt x="69138" y="128879"/>
                </a:lnTo>
                <a:lnTo>
                  <a:pt x="69138" y="0"/>
                </a:lnTo>
                <a:close/>
              </a:path>
            </a:pathLst>
          </a:custGeom>
          <a:solidFill>
            <a:srgbClr val="2B4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6596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4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692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C4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7262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67593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D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79283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D5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825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E5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8590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E5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89255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F5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6958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055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6992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05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70253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0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7058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1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0919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15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125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1582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A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19171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33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725831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4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7291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4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7324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4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7358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5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73911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5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7424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66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7457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6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7490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7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75240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7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557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863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590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623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657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9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7690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96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7237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A67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756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A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790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B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782351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B69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856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C6A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889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C6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792323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3D6C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7989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D6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8022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E6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0560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E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0895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F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1226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F70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8155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07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8189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0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8222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8255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17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8288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8322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27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835524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2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8388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3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8421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377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84549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47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8488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4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8521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5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8555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85881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B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862128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67C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8687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77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872100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77E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8754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7F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87876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8820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8854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98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8887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2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892044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A8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8987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B8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90205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B85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9053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C8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90867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C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91202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91533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9186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D89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921995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4E8A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9286202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991" y="0"/>
                </a:moveTo>
                <a:lnTo>
                  <a:pt x="0" y="0"/>
                </a:lnTo>
                <a:lnTo>
                  <a:pt x="0" y="128879"/>
                </a:lnTo>
                <a:lnTo>
                  <a:pt x="35991" y="128879"/>
                </a:lnTo>
                <a:lnTo>
                  <a:pt x="35991" y="0"/>
                </a:lnTo>
                <a:close/>
              </a:path>
            </a:pathLst>
          </a:custGeom>
          <a:solidFill>
            <a:srgbClr val="4F8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3196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F8C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935280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08D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9419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8E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94525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18F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9485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9519120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529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9585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9618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965196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49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97185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59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9751682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596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9883800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596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0015919" y="6728396"/>
            <a:ext cx="267335" cy="128905"/>
          </a:xfrm>
          <a:custGeom>
            <a:avLst/>
            <a:gdLst/>
            <a:ahLst/>
            <a:cxnLst/>
            <a:rect l="l" t="t" r="r" b="b"/>
            <a:pathLst>
              <a:path w="267334" h="128904">
                <a:moveTo>
                  <a:pt x="266763" y="0"/>
                </a:moveTo>
                <a:lnTo>
                  <a:pt x="134645" y="0"/>
                </a:lnTo>
                <a:lnTo>
                  <a:pt x="132118" y="0"/>
                </a:lnTo>
                <a:lnTo>
                  <a:pt x="0" y="0"/>
                </a:lnTo>
                <a:lnTo>
                  <a:pt x="0" y="128879"/>
                </a:lnTo>
                <a:lnTo>
                  <a:pt x="132118" y="128879"/>
                </a:lnTo>
                <a:lnTo>
                  <a:pt x="134645" y="128879"/>
                </a:lnTo>
                <a:lnTo>
                  <a:pt x="266763" y="128879"/>
                </a:lnTo>
                <a:lnTo>
                  <a:pt x="266763" y="0"/>
                </a:lnTo>
                <a:close/>
              </a:path>
            </a:pathLst>
          </a:custGeom>
          <a:solidFill>
            <a:srgbClr val="5497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028015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39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041228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399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054440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5299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0593718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2197" y="0"/>
                </a:lnTo>
                <a:lnTo>
                  <a:pt x="49682" y="0"/>
                </a:lnTo>
                <a:lnTo>
                  <a:pt x="0" y="0"/>
                </a:lnTo>
                <a:lnTo>
                  <a:pt x="0" y="128879"/>
                </a:lnTo>
                <a:lnTo>
                  <a:pt x="49682" y="128879"/>
                </a:lnTo>
                <a:lnTo>
                  <a:pt x="52197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519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069271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0742396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0792079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1841" y="0"/>
                </a:lnTo>
                <a:lnTo>
                  <a:pt x="49326" y="0"/>
                </a:lnTo>
                <a:lnTo>
                  <a:pt x="0" y="0"/>
                </a:lnTo>
                <a:lnTo>
                  <a:pt x="0" y="128879"/>
                </a:lnTo>
                <a:lnTo>
                  <a:pt x="49326" y="128879"/>
                </a:lnTo>
                <a:lnTo>
                  <a:pt x="51841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4F9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0891075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E9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0940402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E9B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099008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D9B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039399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089081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13876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B9D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188077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B9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237760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A9D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28707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4A9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33675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99E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36591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E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395443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424958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79F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454117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79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48364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1673" y="0"/>
                </a:lnTo>
                <a:lnTo>
                  <a:pt x="29159" y="0"/>
                </a:lnTo>
                <a:lnTo>
                  <a:pt x="0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31673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46A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54231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5A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57147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5A1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601005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4A1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630164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3A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165967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3A2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168883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2A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171836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2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174752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1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11777040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1A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1806199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0A4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11835714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0A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1186488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3FA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1189440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11923560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1195307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2042" y="0"/>
                </a:lnTo>
                <a:lnTo>
                  <a:pt x="29527" y="0"/>
                </a:lnTo>
                <a:lnTo>
                  <a:pt x="0" y="0"/>
                </a:lnTo>
                <a:lnTo>
                  <a:pt x="0" y="128879"/>
                </a:lnTo>
                <a:lnTo>
                  <a:pt x="29527" y="128879"/>
                </a:lnTo>
                <a:lnTo>
                  <a:pt x="32042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3DA6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201176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CA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204127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3CA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1207043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BA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12099963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3BA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12129122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12159716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3047847" y="6728422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41630" y="0"/>
                </a:moveTo>
                <a:lnTo>
                  <a:pt x="15354" y="0"/>
                </a:lnTo>
                <a:lnTo>
                  <a:pt x="12839" y="0"/>
                </a:lnTo>
                <a:lnTo>
                  <a:pt x="0" y="0"/>
                </a:lnTo>
                <a:lnTo>
                  <a:pt x="0" y="128866"/>
                </a:lnTo>
                <a:lnTo>
                  <a:pt x="15036" y="128879"/>
                </a:lnTo>
                <a:lnTo>
                  <a:pt x="41313" y="128866"/>
                </a:lnTo>
                <a:lnTo>
                  <a:pt x="41630" y="0"/>
                </a:lnTo>
                <a:close/>
              </a:path>
            </a:pathLst>
          </a:custGeom>
          <a:solidFill>
            <a:srgbClr val="372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30866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8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311327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75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475" y="0"/>
                </a:lnTo>
                <a:close/>
              </a:path>
            </a:pathLst>
          </a:custGeom>
          <a:solidFill>
            <a:srgbClr val="382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3139554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502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71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393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31924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50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3A3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321912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65" y="0"/>
                </a:moveTo>
                <a:lnTo>
                  <a:pt x="329" y="0"/>
                </a:lnTo>
                <a:lnTo>
                  <a:pt x="0" y="128879"/>
                </a:lnTo>
                <a:lnTo>
                  <a:pt x="28805" y="128879"/>
                </a:lnTo>
                <a:lnTo>
                  <a:pt x="29465" y="0"/>
                </a:lnTo>
                <a:close/>
              </a:path>
            </a:pathLst>
          </a:custGeom>
          <a:solidFill>
            <a:srgbClr val="3A30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32453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8" y="0"/>
                </a:moveTo>
                <a:lnTo>
                  <a:pt x="671" y="0"/>
                </a:lnTo>
                <a:lnTo>
                  <a:pt x="0" y="128879"/>
                </a:lnTo>
                <a:lnTo>
                  <a:pt x="29157" y="128879"/>
                </a:lnTo>
                <a:lnTo>
                  <a:pt x="29498" y="0"/>
                </a:lnTo>
                <a:close/>
              </a:path>
            </a:pathLst>
          </a:custGeom>
          <a:solidFill>
            <a:srgbClr val="3B3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32720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B31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3298317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34" y="0"/>
                </a:moveTo>
                <a:lnTo>
                  <a:pt x="29502" y="0"/>
                </a:lnTo>
                <a:lnTo>
                  <a:pt x="26974" y="0"/>
                </a:lnTo>
                <a:lnTo>
                  <a:pt x="673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803" y="128879"/>
                </a:lnTo>
                <a:lnTo>
                  <a:pt x="56134" y="0"/>
                </a:lnTo>
                <a:close/>
              </a:path>
            </a:pathLst>
          </a:custGeom>
          <a:solidFill>
            <a:srgbClr val="3C3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335160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0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3D3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33778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D3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34045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3E3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343080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E3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3457435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8803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3F3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35103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41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03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353665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03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35632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4133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358957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133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3616198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502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234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366912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33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369576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4334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372204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43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374868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329" y="0"/>
                </a:lnTo>
                <a:lnTo>
                  <a:pt x="0" y="128879"/>
                </a:lnTo>
                <a:lnTo>
                  <a:pt x="28798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443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3774960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489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4535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382789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671" y="0"/>
                </a:lnTo>
                <a:lnTo>
                  <a:pt x="0" y="128879"/>
                </a:lnTo>
                <a:lnTo>
                  <a:pt x="29152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635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385453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329" y="0"/>
                </a:lnTo>
                <a:lnTo>
                  <a:pt x="0" y="128879"/>
                </a:lnTo>
                <a:lnTo>
                  <a:pt x="28799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463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38808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1" y="0"/>
                </a:moveTo>
                <a:lnTo>
                  <a:pt x="659" y="0"/>
                </a:lnTo>
                <a:lnTo>
                  <a:pt x="0" y="128879"/>
                </a:lnTo>
                <a:lnTo>
                  <a:pt x="29151" y="128879"/>
                </a:lnTo>
                <a:lnTo>
                  <a:pt x="29481" y="0"/>
                </a:lnTo>
                <a:close/>
              </a:path>
            </a:pathLst>
          </a:custGeom>
          <a:solidFill>
            <a:srgbClr val="4736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39074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341" y="0"/>
                </a:lnTo>
                <a:lnTo>
                  <a:pt x="0" y="128879"/>
                </a:lnTo>
                <a:lnTo>
                  <a:pt x="28810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73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3933736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0"/>
                </a:moveTo>
                <a:lnTo>
                  <a:pt x="29476" y="0"/>
                </a:lnTo>
                <a:lnTo>
                  <a:pt x="26962" y="0"/>
                </a:lnTo>
                <a:lnTo>
                  <a:pt x="660" y="0"/>
                </a:lnTo>
                <a:lnTo>
                  <a:pt x="0" y="128879"/>
                </a:lnTo>
                <a:lnTo>
                  <a:pt x="26619" y="128879"/>
                </a:lnTo>
                <a:lnTo>
                  <a:pt x="29146" y="128879"/>
                </a:lnTo>
                <a:lnTo>
                  <a:pt x="55778" y="128879"/>
                </a:lnTo>
                <a:lnTo>
                  <a:pt x="56121" y="0"/>
                </a:lnTo>
                <a:close/>
              </a:path>
            </a:pathLst>
          </a:custGeom>
          <a:solidFill>
            <a:srgbClr val="4836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39866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59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937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401328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4937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403992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A37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406620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1" y="0"/>
                </a:moveTo>
                <a:lnTo>
                  <a:pt x="341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1" y="0"/>
                </a:lnTo>
                <a:close/>
              </a:path>
            </a:pathLst>
          </a:custGeom>
          <a:solidFill>
            <a:srgbClr val="4A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4092841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619" y="0"/>
                </a:lnTo>
                <a:lnTo>
                  <a:pt x="330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8816" y="128879"/>
                </a:lnTo>
                <a:lnTo>
                  <a:pt x="55435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B3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41457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C38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41720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C3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419869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01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D3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422498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8" y="128879"/>
                </a:lnTo>
                <a:lnTo>
                  <a:pt x="29478" y="0"/>
                </a:lnTo>
                <a:close/>
              </a:path>
            </a:pathLst>
          </a:custGeom>
          <a:solidFill>
            <a:srgbClr val="4D39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4251604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65" y="0"/>
                </a:moveTo>
                <a:lnTo>
                  <a:pt x="29489" y="0"/>
                </a:lnTo>
                <a:lnTo>
                  <a:pt x="26962" y="0"/>
                </a:lnTo>
                <a:lnTo>
                  <a:pt x="330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9159" y="128879"/>
                </a:lnTo>
                <a:lnTo>
                  <a:pt x="55435" y="128879"/>
                </a:lnTo>
                <a:lnTo>
                  <a:pt x="55765" y="0"/>
                </a:lnTo>
                <a:close/>
              </a:path>
            </a:pathLst>
          </a:custGeom>
          <a:solidFill>
            <a:srgbClr val="4E3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430453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F3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433116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F3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43574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03A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438408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503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4410354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12"/>
                </a:moveTo>
                <a:lnTo>
                  <a:pt x="29502" y="12"/>
                </a:lnTo>
                <a:lnTo>
                  <a:pt x="26974" y="0"/>
                </a:lnTo>
                <a:lnTo>
                  <a:pt x="342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71" y="128892"/>
                </a:lnTo>
                <a:lnTo>
                  <a:pt x="55460" y="128892"/>
                </a:lnTo>
                <a:lnTo>
                  <a:pt x="56121" y="12"/>
                </a:lnTo>
                <a:close/>
              </a:path>
            </a:pathLst>
          </a:custGeom>
          <a:solidFill>
            <a:srgbClr val="513A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446328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523B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448993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329" y="0"/>
                </a:lnTo>
                <a:lnTo>
                  <a:pt x="0" y="128879"/>
                </a:lnTo>
                <a:lnTo>
                  <a:pt x="28817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523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4516209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12"/>
                </a:moveTo>
                <a:lnTo>
                  <a:pt x="29489" y="12"/>
                </a:lnTo>
                <a:lnTo>
                  <a:pt x="26962" y="0"/>
                </a:lnTo>
                <a:lnTo>
                  <a:pt x="673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59" y="128892"/>
                </a:lnTo>
                <a:lnTo>
                  <a:pt x="55460" y="128892"/>
                </a:lnTo>
                <a:lnTo>
                  <a:pt x="56108" y="12"/>
                </a:lnTo>
                <a:close/>
              </a:path>
            </a:pathLst>
          </a:custGeom>
          <a:solidFill>
            <a:srgbClr val="533B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45691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671" y="0"/>
                </a:lnTo>
                <a:lnTo>
                  <a:pt x="0" y="128879"/>
                </a:lnTo>
                <a:lnTo>
                  <a:pt x="29146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54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45957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462206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7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46486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63C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467532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563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47016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73D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472824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7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475453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8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47811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41" y="0"/>
                </a:lnTo>
                <a:lnTo>
                  <a:pt x="0" y="128879"/>
                </a:lnTo>
                <a:lnTo>
                  <a:pt x="28818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83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48074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93D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483409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41" y="0"/>
                </a:lnTo>
                <a:lnTo>
                  <a:pt x="0" y="128879"/>
                </a:lnTo>
                <a:lnTo>
                  <a:pt x="28820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93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486039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3" y="0"/>
                </a:moveTo>
                <a:lnTo>
                  <a:pt x="659" y="0"/>
                </a:lnTo>
                <a:lnTo>
                  <a:pt x="0" y="128879"/>
                </a:lnTo>
                <a:lnTo>
                  <a:pt x="29143" y="128879"/>
                </a:lnTo>
                <a:lnTo>
                  <a:pt x="29473" y="0"/>
                </a:lnTo>
                <a:close/>
              </a:path>
            </a:pathLst>
          </a:custGeom>
          <a:solidFill>
            <a:srgbClr val="5A3E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488701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29" y="0"/>
                </a:lnTo>
                <a:lnTo>
                  <a:pt x="0" y="128879"/>
                </a:lnTo>
                <a:lnTo>
                  <a:pt x="28819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A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49133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5" y="0"/>
                </a:moveTo>
                <a:lnTo>
                  <a:pt x="671" y="0"/>
                </a:lnTo>
                <a:lnTo>
                  <a:pt x="0" y="128879"/>
                </a:lnTo>
                <a:lnTo>
                  <a:pt x="29155" y="128879"/>
                </a:lnTo>
                <a:lnTo>
                  <a:pt x="29485" y="0"/>
                </a:lnTo>
                <a:close/>
              </a:path>
            </a:pathLst>
          </a:custGeom>
          <a:solidFill>
            <a:srgbClr val="5B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493993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B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496622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71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5C3F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499285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C3F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501950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D3F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50457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D3F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507242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E40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50986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E4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51253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F4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51516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659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5F40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517825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041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52045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659" y="0"/>
                </a:lnTo>
                <a:lnTo>
                  <a:pt x="0" y="128879"/>
                </a:lnTo>
                <a:lnTo>
                  <a:pt x="29140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60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52311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1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52574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1" y="0"/>
                </a:moveTo>
                <a:lnTo>
                  <a:pt x="659" y="0"/>
                </a:lnTo>
                <a:lnTo>
                  <a:pt x="0" y="128879"/>
                </a:lnTo>
                <a:lnTo>
                  <a:pt x="29141" y="128879"/>
                </a:lnTo>
                <a:lnTo>
                  <a:pt x="29471" y="0"/>
                </a:lnTo>
                <a:close/>
              </a:path>
            </a:pathLst>
          </a:custGeom>
          <a:solidFill>
            <a:srgbClr val="614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52840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241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531040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659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624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53370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34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53636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3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53899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2" y="0"/>
                </a:moveTo>
                <a:lnTo>
                  <a:pt x="330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2" y="0"/>
                </a:lnTo>
                <a:close/>
              </a:path>
            </a:pathLst>
          </a:custGeom>
          <a:solidFill>
            <a:srgbClr val="64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541658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23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44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544285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643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546950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11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64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549580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643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552242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643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554872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7" y="0"/>
                </a:moveTo>
                <a:lnTo>
                  <a:pt x="671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7" y="0"/>
                </a:lnTo>
                <a:close/>
              </a:path>
            </a:pathLst>
          </a:custGeom>
          <a:solidFill>
            <a:srgbClr val="674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55753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744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560164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8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844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562826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84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56545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6" y="0"/>
                </a:moveTo>
                <a:lnTo>
                  <a:pt x="659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6" y="0"/>
                </a:lnTo>
                <a:close/>
              </a:path>
            </a:pathLst>
          </a:custGeom>
          <a:solidFill>
            <a:srgbClr val="6944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56811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9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570782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A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57340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A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57607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6" y="0"/>
                </a:moveTo>
                <a:lnTo>
                  <a:pt x="329" y="0"/>
                </a:lnTo>
                <a:lnTo>
                  <a:pt x="0" y="128879"/>
                </a:lnTo>
                <a:lnTo>
                  <a:pt x="28826" y="128879"/>
                </a:lnTo>
                <a:lnTo>
                  <a:pt x="29486" y="0"/>
                </a:lnTo>
                <a:close/>
              </a:path>
            </a:pathLst>
          </a:custGeom>
          <a:solidFill>
            <a:srgbClr val="6B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578702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B46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581366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8828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C4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58399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C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58665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329" y="0"/>
                </a:lnTo>
                <a:lnTo>
                  <a:pt x="0" y="128879"/>
                </a:lnTo>
                <a:lnTo>
                  <a:pt x="28827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6D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589288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D4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59195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6E47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594580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3" y="0"/>
                </a:moveTo>
                <a:lnTo>
                  <a:pt x="671" y="0"/>
                </a:lnTo>
                <a:lnTo>
                  <a:pt x="0" y="128879"/>
                </a:lnTo>
                <a:lnTo>
                  <a:pt x="29133" y="128879"/>
                </a:lnTo>
                <a:lnTo>
                  <a:pt x="29463" y="0"/>
                </a:lnTo>
                <a:close/>
              </a:path>
            </a:pathLst>
          </a:custGeom>
          <a:solidFill>
            <a:srgbClr val="6E4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597242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F4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59990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6F4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602534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704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6051983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7048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6078271" y="6728397"/>
            <a:ext cx="17780" cy="128905"/>
          </a:xfrm>
          <a:custGeom>
            <a:avLst/>
            <a:gdLst/>
            <a:ahLst/>
            <a:cxnLst/>
            <a:rect l="l" t="t" r="r" b="b"/>
            <a:pathLst>
              <a:path w="17779" h="128904">
                <a:moveTo>
                  <a:pt x="17424" y="0"/>
                </a:moveTo>
                <a:lnTo>
                  <a:pt x="329" y="0"/>
                </a:lnTo>
                <a:lnTo>
                  <a:pt x="0" y="128891"/>
                </a:lnTo>
                <a:lnTo>
                  <a:pt x="17424" y="128891"/>
                </a:lnTo>
                <a:lnTo>
                  <a:pt x="17424" y="0"/>
                </a:lnTo>
                <a:close/>
              </a:path>
            </a:pathLst>
          </a:custGeom>
          <a:solidFill>
            <a:srgbClr val="7148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0" y="6728345"/>
            <a:ext cx="74930" cy="129539"/>
          </a:xfrm>
          <a:custGeom>
            <a:avLst/>
            <a:gdLst/>
            <a:ahLst/>
            <a:cxnLst/>
            <a:rect l="l" t="t" r="r" b="b"/>
            <a:pathLst>
              <a:path w="74930" h="129540">
                <a:moveTo>
                  <a:pt x="74333" y="128955"/>
                </a:moveTo>
                <a:lnTo>
                  <a:pt x="72009" y="76"/>
                </a:lnTo>
                <a:lnTo>
                  <a:pt x="35280" y="76"/>
                </a:lnTo>
                <a:lnTo>
                  <a:pt x="0" y="0"/>
                </a:lnTo>
                <a:lnTo>
                  <a:pt x="0" y="128955"/>
                </a:lnTo>
                <a:lnTo>
                  <a:pt x="35191" y="128955"/>
                </a:lnTo>
                <a:lnTo>
                  <a:pt x="37604" y="128955"/>
                </a:lnTo>
                <a:lnTo>
                  <a:pt x="74333" y="128955"/>
                </a:lnTo>
                <a:close/>
              </a:path>
            </a:pathLst>
          </a:custGeom>
          <a:solidFill>
            <a:srgbClr val="DA48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6950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9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A4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106229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1" y="0"/>
                </a:moveTo>
                <a:lnTo>
                  <a:pt x="0" y="0"/>
                </a:lnTo>
                <a:lnTo>
                  <a:pt x="2318" y="128879"/>
                </a:lnTo>
                <a:lnTo>
                  <a:pt x="41315" y="128879"/>
                </a:lnTo>
                <a:lnTo>
                  <a:pt x="39251" y="0"/>
                </a:lnTo>
                <a:close/>
              </a:path>
            </a:pathLst>
          </a:custGeom>
          <a:solidFill>
            <a:srgbClr val="DA4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14296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B4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1796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B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21641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C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253149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39" y="128892"/>
                </a:moveTo>
                <a:lnTo>
                  <a:pt x="75615" y="12"/>
                </a:lnTo>
                <a:lnTo>
                  <a:pt x="39243" y="12"/>
                </a:lnTo>
                <a:lnTo>
                  <a:pt x="36728" y="12"/>
                </a:lnTo>
                <a:lnTo>
                  <a:pt x="0" y="0"/>
                </a:lnTo>
                <a:lnTo>
                  <a:pt x="2057" y="128892"/>
                </a:lnTo>
                <a:lnTo>
                  <a:pt x="38785" y="128892"/>
                </a:lnTo>
                <a:lnTo>
                  <a:pt x="41300" y="128892"/>
                </a:lnTo>
                <a:lnTo>
                  <a:pt x="77939" y="128892"/>
                </a:lnTo>
                <a:close/>
              </a:path>
            </a:pathLst>
          </a:custGeom>
          <a:solidFill>
            <a:srgbClr val="DB4D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326258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4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C4E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3629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318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4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39971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6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6" y="0"/>
                </a:lnTo>
                <a:close/>
              </a:path>
            </a:pathLst>
          </a:custGeom>
          <a:solidFill>
            <a:srgbClr val="DC5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43643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C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47316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C51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50990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5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546620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65" y="128892"/>
                </a:moveTo>
                <a:lnTo>
                  <a:pt x="75641" y="12"/>
                </a:lnTo>
                <a:lnTo>
                  <a:pt x="38900" y="12"/>
                </a:lnTo>
                <a:lnTo>
                  <a:pt x="36385" y="12"/>
                </a:lnTo>
                <a:lnTo>
                  <a:pt x="0" y="0"/>
                </a:lnTo>
                <a:lnTo>
                  <a:pt x="2070" y="128879"/>
                </a:lnTo>
                <a:lnTo>
                  <a:pt x="38696" y="128879"/>
                </a:lnTo>
                <a:lnTo>
                  <a:pt x="77965" y="128892"/>
                </a:lnTo>
                <a:close/>
              </a:path>
            </a:pathLst>
          </a:custGeom>
          <a:solidFill>
            <a:srgbClr val="DD5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61974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3" y="0"/>
                </a:moveTo>
                <a:lnTo>
                  <a:pt x="0" y="0"/>
                </a:lnTo>
                <a:lnTo>
                  <a:pt x="2318" y="128879"/>
                </a:lnTo>
                <a:lnTo>
                  <a:pt x="41297" y="128879"/>
                </a:lnTo>
                <a:lnTo>
                  <a:pt x="39233" y="0"/>
                </a:lnTo>
                <a:close/>
              </a:path>
            </a:pathLst>
          </a:custGeom>
          <a:solidFill>
            <a:srgbClr val="DD5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65648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14" y="0"/>
                </a:moveTo>
                <a:lnTo>
                  <a:pt x="0" y="0"/>
                </a:lnTo>
                <a:lnTo>
                  <a:pt x="2318" y="128879"/>
                </a:lnTo>
                <a:lnTo>
                  <a:pt x="41282" y="128879"/>
                </a:lnTo>
                <a:lnTo>
                  <a:pt x="39214" y="0"/>
                </a:lnTo>
                <a:close/>
              </a:path>
            </a:pathLst>
          </a:custGeom>
          <a:solidFill>
            <a:srgbClr val="DD5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69318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2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D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729912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E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76665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7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7" y="0"/>
                </a:lnTo>
                <a:close/>
              </a:path>
            </a:pathLst>
          </a:custGeom>
          <a:solidFill>
            <a:srgbClr val="DE5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8033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DE5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83073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01" y="128892"/>
                </a:moveTo>
                <a:lnTo>
                  <a:pt x="57277" y="12"/>
                </a:lnTo>
                <a:lnTo>
                  <a:pt x="29895" y="12"/>
                </a:lnTo>
                <a:lnTo>
                  <a:pt x="27406" y="12"/>
                </a:lnTo>
                <a:lnTo>
                  <a:pt x="0" y="0"/>
                </a:lnTo>
                <a:lnTo>
                  <a:pt x="2070" y="128892"/>
                </a:lnTo>
                <a:lnTo>
                  <a:pt x="29718" y="128892"/>
                </a:lnTo>
                <a:lnTo>
                  <a:pt x="31953" y="128892"/>
                </a:lnTo>
                <a:lnTo>
                  <a:pt x="59601" y="128892"/>
                </a:lnTo>
                <a:close/>
              </a:path>
            </a:pathLst>
          </a:custGeom>
          <a:solidFill>
            <a:srgbClr val="DE5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88550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20" y="0"/>
                </a:moveTo>
                <a:lnTo>
                  <a:pt x="0" y="0"/>
                </a:lnTo>
                <a:lnTo>
                  <a:pt x="2323" y="128879"/>
                </a:lnTo>
                <a:lnTo>
                  <a:pt x="32284" y="128879"/>
                </a:lnTo>
                <a:lnTo>
                  <a:pt x="30220" y="0"/>
                </a:lnTo>
                <a:close/>
              </a:path>
            </a:pathLst>
          </a:custGeom>
          <a:solidFill>
            <a:srgbClr val="DF5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91320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DF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9405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1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4" y="128879"/>
                </a:lnTo>
                <a:lnTo>
                  <a:pt x="29921" y="0"/>
                </a:lnTo>
                <a:close/>
              </a:path>
            </a:pathLst>
          </a:custGeom>
          <a:solidFill>
            <a:srgbClr val="DF5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96796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1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81" y="128879"/>
                </a:lnTo>
                <a:lnTo>
                  <a:pt x="30213" y="0"/>
                </a:lnTo>
                <a:close/>
              </a:path>
            </a:pathLst>
          </a:custGeom>
          <a:solidFill>
            <a:srgbClr val="DF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9956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0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10230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3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0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105044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39" y="128892"/>
                </a:moveTo>
                <a:lnTo>
                  <a:pt x="57569" y="12"/>
                </a:lnTo>
                <a:lnTo>
                  <a:pt x="29870" y="12"/>
                </a:lnTo>
                <a:lnTo>
                  <a:pt x="27355" y="12"/>
                </a:lnTo>
                <a:lnTo>
                  <a:pt x="0" y="0"/>
                </a:lnTo>
                <a:lnTo>
                  <a:pt x="2311" y="128892"/>
                </a:lnTo>
                <a:lnTo>
                  <a:pt x="29679" y="128892"/>
                </a:lnTo>
                <a:lnTo>
                  <a:pt x="32194" y="128892"/>
                </a:lnTo>
                <a:lnTo>
                  <a:pt x="59639" y="128892"/>
                </a:lnTo>
                <a:close/>
              </a:path>
            </a:pathLst>
          </a:custGeom>
          <a:solidFill>
            <a:srgbClr val="E0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110549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16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11328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7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6" y="128879"/>
                </a:lnTo>
                <a:lnTo>
                  <a:pt x="29927" y="0"/>
                </a:lnTo>
                <a:close/>
              </a:path>
            </a:pathLst>
          </a:custGeom>
          <a:solidFill>
            <a:srgbClr val="E161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11602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6" y="0"/>
                </a:moveTo>
                <a:lnTo>
                  <a:pt x="0" y="0"/>
                </a:lnTo>
                <a:lnTo>
                  <a:pt x="2318" y="128879"/>
                </a:lnTo>
                <a:lnTo>
                  <a:pt x="32275" y="128879"/>
                </a:lnTo>
                <a:lnTo>
                  <a:pt x="30206" y="0"/>
                </a:lnTo>
                <a:close/>
              </a:path>
            </a:pathLst>
          </a:custGeom>
          <a:solidFill>
            <a:srgbClr val="E1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11879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162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121531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4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4" y="0"/>
                </a:lnTo>
                <a:close/>
              </a:path>
            </a:pathLst>
          </a:custGeom>
          <a:solidFill>
            <a:srgbClr val="E26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124274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0" y="128879"/>
                </a:lnTo>
                <a:lnTo>
                  <a:pt x="29877" y="0"/>
                </a:lnTo>
                <a:close/>
              </a:path>
            </a:pathLst>
          </a:custGeom>
          <a:solidFill>
            <a:srgbClr val="E26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127010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26" y="128892"/>
                </a:moveTo>
                <a:lnTo>
                  <a:pt x="57569" y="12"/>
                </a:lnTo>
                <a:lnTo>
                  <a:pt x="30200" y="12"/>
                </a:lnTo>
                <a:lnTo>
                  <a:pt x="27686" y="12"/>
                </a:lnTo>
                <a:lnTo>
                  <a:pt x="0" y="0"/>
                </a:lnTo>
                <a:lnTo>
                  <a:pt x="2311" y="128892"/>
                </a:lnTo>
                <a:lnTo>
                  <a:pt x="29743" y="128892"/>
                </a:lnTo>
                <a:lnTo>
                  <a:pt x="32270" y="128892"/>
                </a:lnTo>
                <a:lnTo>
                  <a:pt x="59626" y="128892"/>
                </a:lnTo>
                <a:close/>
              </a:path>
            </a:pathLst>
          </a:custGeom>
          <a:solidFill>
            <a:srgbClr val="E26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13251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33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2" y="128879"/>
                </a:lnTo>
                <a:lnTo>
                  <a:pt x="29933" y="0"/>
                </a:lnTo>
                <a:close/>
              </a:path>
            </a:pathLst>
          </a:custGeom>
          <a:solidFill>
            <a:srgbClr val="E26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135256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8" y="128879"/>
                </a:lnTo>
                <a:lnTo>
                  <a:pt x="30200" y="0"/>
                </a:lnTo>
                <a:close/>
              </a:path>
            </a:pathLst>
          </a:custGeom>
          <a:solidFill>
            <a:srgbClr val="E367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138025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36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140761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36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143503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11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369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146240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5" y="128879"/>
                </a:lnTo>
                <a:lnTo>
                  <a:pt x="30197" y="0"/>
                </a:lnTo>
                <a:close/>
              </a:path>
            </a:pathLst>
          </a:custGeom>
          <a:solidFill>
            <a:srgbClr val="E46A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49008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46B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151744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40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8" y="128879"/>
                </a:lnTo>
                <a:lnTo>
                  <a:pt x="29940" y="0"/>
                </a:lnTo>
                <a:close/>
              </a:path>
            </a:pathLst>
          </a:custGeom>
          <a:solidFill>
            <a:srgbClr val="E46B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154486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4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2" y="128879"/>
                </a:lnTo>
                <a:lnTo>
                  <a:pt x="30194" y="0"/>
                </a:lnTo>
                <a:close/>
              </a:path>
            </a:pathLst>
          </a:custGeom>
          <a:solidFill>
            <a:srgbClr val="E46C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157254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7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56D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159990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56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16273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8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6" y="128879"/>
                </a:lnTo>
                <a:lnTo>
                  <a:pt x="29878" y="0"/>
                </a:lnTo>
                <a:close/>
              </a:path>
            </a:pathLst>
          </a:custGeom>
          <a:solidFill>
            <a:srgbClr val="E56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165469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9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8" y="128879"/>
                </a:lnTo>
                <a:lnTo>
                  <a:pt x="30190" y="0"/>
                </a:lnTo>
                <a:close/>
              </a:path>
            </a:pathLst>
          </a:custGeom>
          <a:solidFill>
            <a:srgbClr val="E56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168237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670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17097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1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0" y="128879"/>
                </a:lnTo>
                <a:lnTo>
                  <a:pt x="29951" y="0"/>
                </a:lnTo>
                <a:close/>
              </a:path>
            </a:pathLst>
          </a:custGeom>
          <a:solidFill>
            <a:srgbClr val="E67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173716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5" y="128879"/>
                </a:lnTo>
                <a:lnTo>
                  <a:pt x="30187" y="0"/>
                </a:lnTo>
                <a:close/>
              </a:path>
            </a:pathLst>
          </a:custGeom>
          <a:solidFill>
            <a:srgbClr val="E671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17648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67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179219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2" y="128879"/>
                </a:lnTo>
                <a:lnTo>
                  <a:pt x="29954" y="0"/>
                </a:lnTo>
                <a:close/>
              </a:path>
            </a:pathLst>
          </a:custGeom>
          <a:solidFill>
            <a:srgbClr val="E77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1819630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13" y="128892"/>
                </a:moveTo>
                <a:lnTo>
                  <a:pt x="57543" y="12"/>
                </a:lnTo>
                <a:lnTo>
                  <a:pt x="29883" y="12"/>
                </a:lnTo>
                <a:lnTo>
                  <a:pt x="27660" y="12"/>
                </a:lnTo>
                <a:lnTo>
                  <a:pt x="0" y="0"/>
                </a:lnTo>
                <a:lnTo>
                  <a:pt x="2311" y="128892"/>
                </a:lnTo>
                <a:lnTo>
                  <a:pt x="29718" y="128892"/>
                </a:lnTo>
                <a:lnTo>
                  <a:pt x="32207" y="128892"/>
                </a:lnTo>
                <a:lnTo>
                  <a:pt x="59613" y="128892"/>
                </a:lnTo>
                <a:close/>
              </a:path>
            </a:pathLst>
          </a:custGeom>
          <a:solidFill>
            <a:srgbClr val="E77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187466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3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3" y="0"/>
                </a:lnTo>
                <a:close/>
              </a:path>
            </a:pathLst>
          </a:custGeom>
          <a:solidFill>
            <a:srgbClr val="E77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190202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7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6" y="128879"/>
                </a:lnTo>
                <a:lnTo>
                  <a:pt x="29957" y="0"/>
                </a:lnTo>
                <a:close/>
              </a:path>
            </a:pathLst>
          </a:custGeom>
          <a:solidFill>
            <a:srgbClr val="E776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192945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44" y="128879"/>
                </a:lnTo>
                <a:lnTo>
                  <a:pt x="30180" y="0"/>
                </a:lnTo>
                <a:close/>
              </a:path>
            </a:pathLst>
          </a:custGeom>
          <a:solidFill>
            <a:srgbClr val="E87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195712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877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198448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0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9" y="128879"/>
                </a:lnTo>
                <a:lnTo>
                  <a:pt x="29960" y="0"/>
                </a:lnTo>
                <a:close/>
              </a:path>
            </a:pathLst>
          </a:custGeom>
          <a:solidFill>
            <a:srgbClr val="E87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20119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7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879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203958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309" y="128892"/>
                </a:moveTo>
                <a:lnTo>
                  <a:pt x="57251" y="12"/>
                </a:lnTo>
                <a:lnTo>
                  <a:pt x="29883" y="12"/>
                </a:lnTo>
                <a:lnTo>
                  <a:pt x="27368" y="12"/>
                </a:lnTo>
                <a:lnTo>
                  <a:pt x="0" y="0"/>
                </a:lnTo>
                <a:lnTo>
                  <a:pt x="2057" y="128892"/>
                </a:lnTo>
                <a:lnTo>
                  <a:pt x="31940" y="128892"/>
                </a:lnTo>
                <a:lnTo>
                  <a:pt x="59309" y="128892"/>
                </a:lnTo>
                <a:close/>
              </a:path>
            </a:pathLst>
          </a:custGeom>
          <a:solidFill>
            <a:srgbClr val="E97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209432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2" y="128879"/>
                </a:lnTo>
                <a:lnTo>
                  <a:pt x="29964" y="0"/>
                </a:lnTo>
                <a:close/>
              </a:path>
            </a:pathLst>
          </a:custGeom>
          <a:solidFill>
            <a:srgbClr val="E97B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212175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7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38" y="128879"/>
                </a:lnTo>
                <a:lnTo>
                  <a:pt x="30173" y="0"/>
                </a:lnTo>
                <a:close/>
              </a:path>
            </a:pathLst>
          </a:custGeom>
          <a:solidFill>
            <a:srgbClr val="E97C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214941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A7D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217677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6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5" y="128879"/>
                </a:lnTo>
                <a:lnTo>
                  <a:pt x="29966" y="0"/>
                </a:lnTo>
                <a:close/>
              </a:path>
            </a:pathLst>
          </a:custGeom>
          <a:solidFill>
            <a:srgbClr val="EA7D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220422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4" y="0"/>
                </a:moveTo>
                <a:lnTo>
                  <a:pt x="0" y="0"/>
                </a:lnTo>
                <a:lnTo>
                  <a:pt x="2323" y="128879"/>
                </a:lnTo>
                <a:lnTo>
                  <a:pt x="32212" y="128879"/>
                </a:lnTo>
                <a:lnTo>
                  <a:pt x="29884" y="0"/>
                </a:lnTo>
                <a:close/>
              </a:path>
            </a:pathLst>
          </a:custGeom>
          <a:solidFill>
            <a:srgbClr val="EA7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223187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A7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2259241" y="6728421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51" y="128879"/>
                </a:moveTo>
                <a:lnTo>
                  <a:pt x="57340" y="0"/>
                </a:lnTo>
                <a:lnTo>
                  <a:pt x="29883" y="0"/>
                </a:lnTo>
                <a:lnTo>
                  <a:pt x="27368" y="0"/>
                </a:lnTo>
                <a:lnTo>
                  <a:pt x="0" y="0"/>
                </a:lnTo>
                <a:lnTo>
                  <a:pt x="2057" y="128879"/>
                </a:lnTo>
                <a:lnTo>
                  <a:pt x="29438" y="128879"/>
                </a:lnTo>
                <a:lnTo>
                  <a:pt x="31953" y="128879"/>
                </a:lnTo>
                <a:lnTo>
                  <a:pt x="59651" y="128879"/>
                </a:lnTo>
                <a:close/>
              </a:path>
            </a:pathLst>
          </a:custGeom>
          <a:solidFill>
            <a:srgbClr val="EB8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23140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1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0" y="128879"/>
                </a:lnTo>
                <a:lnTo>
                  <a:pt x="26215" y="0"/>
                </a:lnTo>
                <a:close/>
              </a:path>
            </a:pathLst>
          </a:custGeom>
          <a:solidFill>
            <a:srgbClr val="EB8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23377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23611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1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238455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0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24" y="128879"/>
                </a:lnTo>
                <a:lnTo>
                  <a:pt x="26006" y="0"/>
                </a:lnTo>
                <a:close/>
              </a:path>
            </a:pathLst>
          </a:custGeom>
          <a:solidFill>
            <a:srgbClr val="EC83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240804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1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EC8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243173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EC8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245513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C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24785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59" y="128879"/>
                </a:lnTo>
                <a:lnTo>
                  <a:pt x="28335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D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25020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9" y="0"/>
                </a:moveTo>
                <a:lnTo>
                  <a:pt x="0" y="0"/>
                </a:lnTo>
                <a:lnTo>
                  <a:pt x="2323" y="128879"/>
                </a:lnTo>
                <a:lnTo>
                  <a:pt x="28267" y="128879"/>
                </a:lnTo>
                <a:lnTo>
                  <a:pt x="26199" y="0"/>
                </a:lnTo>
                <a:close/>
              </a:path>
            </a:pathLst>
          </a:custGeom>
          <a:solidFill>
            <a:srgbClr val="ED87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252571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8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254912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59" y="128879"/>
                </a:lnTo>
                <a:lnTo>
                  <a:pt x="2798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25725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64" y="128879"/>
                </a:lnTo>
                <a:lnTo>
                  <a:pt x="28331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E8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259602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0" y="128879"/>
                </a:lnTo>
                <a:lnTo>
                  <a:pt x="26195" y="0"/>
                </a:lnTo>
                <a:close/>
              </a:path>
            </a:pathLst>
          </a:custGeom>
          <a:solidFill>
            <a:srgbClr val="EE8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261969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B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26431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266651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0" y="0"/>
                </a:moveTo>
                <a:lnTo>
                  <a:pt x="0" y="0"/>
                </a:lnTo>
                <a:lnTo>
                  <a:pt x="2054" y="128879"/>
                </a:lnTo>
                <a:lnTo>
                  <a:pt x="28343" y="128879"/>
                </a:lnTo>
                <a:lnTo>
                  <a:pt x="26010" y="0"/>
                </a:lnTo>
                <a:close/>
              </a:path>
            </a:pathLst>
          </a:custGeom>
          <a:solidFill>
            <a:srgbClr val="EF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26900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4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2" y="128879"/>
                </a:lnTo>
                <a:lnTo>
                  <a:pt x="26194" y="0"/>
                </a:lnTo>
                <a:close/>
              </a:path>
            </a:pathLst>
          </a:custGeom>
          <a:solidFill>
            <a:srgbClr val="EF8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27136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273708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276050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8" y="0"/>
                </a:moveTo>
                <a:lnTo>
                  <a:pt x="0" y="0"/>
                </a:lnTo>
                <a:lnTo>
                  <a:pt x="2068" y="128879"/>
                </a:lnTo>
                <a:lnTo>
                  <a:pt x="28341" y="128879"/>
                </a:lnTo>
                <a:lnTo>
                  <a:pt x="26018" y="0"/>
                </a:lnTo>
                <a:close/>
              </a:path>
            </a:pathLst>
          </a:custGeom>
          <a:solidFill>
            <a:srgbClr val="F08F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278399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32" y="128879"/>
                </a:lnTo>
                <a:lnTo>
                  <a:pt x="28268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F090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280766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F09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283108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F0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285448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1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0" y="128879"/>
                </a:lnTo>
                <a:lnTo>
                  <a:pt x="26021" y="0"/>
                </a:lnTo>
                <a:close/>
              </a:path>
            </a:pathLst>
          </a:custGeom>
          <a:solidFill>
            <a:srgbClr val="F1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28779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86" y="0"/>
                </a:moveTo>
                <a:lnTo>
                  <a:pt x="0" y="0"/>
                </a:lnTo>
                <a:lnTo>
                  <a:pt x="2318" y="128879"/>
                </a:lnTo>
                <a:lnTo>
                  <a:pt x="28250" y="128879"/>
                </a:lnTo>
                <a:lnTo>
                  <a:pt x="26186" y="0"/>
                </a:lnTo>
                <a:close/>
              </a:path>
            </a:pathLst>
          </a:custGeom>
          <a:solidFill>
            <a:srgbClr val="F19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29016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3" y="0"/>
                </a:moveTo>
                <a:lnTo>
                  <a:pt x="0" y="0"/>
                </a:lnTo>
                <a:lnTo>
                  <a:pt x="2064" y="128879"/>
                </a:lnTo>
                <a:lnTo>
                  <a:pt x="27978" y="128879"/>
                </a:lnTo>
                <a:lnTo>
                  <a:pt x="25923" y="0"/>
                </a:lnTo>
                <a:close/>
              </a:path>
            </a:pathLst>
          </a:custGeom>
          <a:solidFill>
            <a:srgbClr val="F19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29250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F195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294847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9" y="128879"/>
                </a:lnTo>
                <a:lnTo>
                  <a:pt x="26026" y="0"/>
                </a:lnTo>
                <a:close/>
              </a:path>
            </a:pathLst>
          </a:custGeom>
          <a:solidFill>
            <a:srgbClr val="F29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297197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2" y="0"/>
                </a:moveTo>
                <a:lnTo>
                  <a:pt x="0" y="0"/>
                </a:lnTo>
                <a:lnTo>
                  <a:pt x="2323" y="128879"/>
                </a:lnTo>
                <a:lnTo>
                  <a:pt x="28251" y="128879"/>
                </a:lnTo>
                <a:lnTo>
                  <a:pt x="26192" y="0"/>
                </a:lnTo>
                <a:close/>
              </a:path>
            </a:pathLst>
          </a:custGeom>
          <a:solidFill>
            <a:srgbClr val="F296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2995641" y="6728409"/>
            <a:ext cx="52705" cy="129539"/>
          </a:xfrm>
          <a:custGeom>
            <a:avLst/>
            <a:gdLst/>
            <a:ahLst/>
            <a:cxnLst/>
            <a:rect l="l" t="t" r="r" b="b"/>
            <a:pathLst>
              <a:path w="52705" h="129540">
                <a:moveTo>
                  <a:pt x="52206" y="0"/>
                </a:moveTo>
                <a:lnTo>
                  <a:pt x="0" y="0"/>
                </a:lnTo>
                <a:lnTo>
                  <a:pt x="2068" y="128914"/>
                </a:lnTo>
                <a:lnTo>
                  <a:pt x="52207" y="128914"/>
                </a:lnTo>
                <a:lnTo>
                  <a:pt x="52206" y="0"/>
                </a:lnTo>
                <a:close/>
              </a:path>
            </a:pathLst>
          </a:custGeom>
          <a:solidFill>
            <a:srgbClr val="F297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785" y="342976"/>
            <a:ext cx="6859270" cy="6346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6940" y="1297343"/>
            <a:ext cx="8352790" cy="2197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0261" y="6253436"/>
            <a:ext cx="215900" cy="284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‹#›</a:t>
            </a:fld>
            <a:endParaRPr spc="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23"/>
            <a:ext cx="12192635" cy="6859270"/>
            <a:chOff x="0" y="-723"/>
            <a:chExt cx="12192635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4046029" cy="5596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45673" y="2395080"/>
              <a:ext cx="6849745" cy="3166745"/>
            </a:xfrm>
            <a:custGeom>
              <a:avLst/>
              <a:gdLst/>
              <a:ahLst/>
              <a:cxnLst/>
              <a:rect l="l" t="t" r="r" b="b"/>
              <a:pathLst>
                <a:path w="6849745" h="3166745">
                  <a:moveTo>
                    <a:pt x="6849732" y="0"/>
                  </a:moveTo>
                  <a:lnTo>
                    <a:pt x="0" y="0"/>
                  </a:lnTo>
                  <a:lnTo>
                    <a:pt x="0" y="3166554"/>
                  </a:lnTo>
                  <a:lnTo>
                    <a:pt x="6849732" y="3166554"/>
                  </a:lnTo>
                  <a:lnTo>
                    <a:pt x="6849732" y="0"/>
                  </a:lnTo>
                  <a:close/>
                </a:path>
              </a:pathLst>
            </a:custGeom>
            <a:solidFill>
              <a:srgbClr val="004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45673" y="2395093"/>
              <a:ext cx="6849745" cy="3166745"/>
            </a:xfrm>
            <a:custGeom>
              <a:avLst/>
              <a:gdLst/>
              <a:ahLst/>
              <a:cxnLst/>
              <a:rect l="l" t="t" r="r" b="b"/>
              <a:pathLst>
                <a:path w="6849745" h="3166745">
                  <a:moveTo>
                    <a:pt x="6849731" y="0"/>
                  </a:moveTo>
                  <a:lnTo>
                    <a:pt x="211685" y="0"/>
                  </a:lnTo>
                  <a:lnTo>
                    <a:pt x="0" y="1200429"/>
                  </a:lnTo>
                  <a:lnTo>
                    <a:pt x="19" y="3166541"/>
                  </a:lnTo>
                  <a:lnTo>
                    <a:pt x="6849647" y="3166541"/>
                  </a:lnTo>
                  <a:lnTo>
                    <a:pt x="6849731" y="0"/>
                  </a:lnTo>
                  <a:close/>
                </a:path>
              </a:pathLst>
            </a:custGeom>
            <a:solidFill>
              <a:srgbClr val="004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5664" y="2395093"/>
              <a:ext cx="6849745" cy="3166745"/>
            </a:xfrm>
            <a:custGeom>
              <a:avLst/>
              <a:gdLst/>
              <a:ahLst/>
              <a:cxnLst/>
              <a:rect l="l" t="t" r="r" b="b"/>
              <a:pathLst>
                <a:path w="6849745" h="3166745">
                  <a:moveTo>
                    <a:pt x="6849743" y="0"/>
                  </a:moveTo>
                  <a:lnTo>
                    <a:pt x="423252" y="0"/>
                  </a:lnTo>
                  <a:lnTo>
                    <a:pt x="9" y="2400343"/>
                  </a:lnTo>
                  <a:lnTo>
                    <a:pt x="0" y="3166608"/>
                  </a:lnTo>
                  <a:lnTo>
                    <a:pt x="6849656" y="3166608"/>
                  </a:lnTo>
                  <a:lnTo>
                    <a:pt x="6849743" y="0"/>
                  </a:lnTo>
                  <a:close/>
                </a:path>
              </a:pathLst>
            </a:custGeom>
            <a:solidFill>
              <a:srgbClr val="024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2126" y="2395093"/>
              <a:ext cx="6773545" cy="3166745"/>
            </a:xfrm>
            <a:custGeom>
              <a:avLst/>
              <a:gdLst/>
              <a:ahLst/>
              <a:cxnLst/>
              <a:rect l="l" t="t" r="r" b="b"/>
              <a:pathLst>
                <a:path w="6773545" h="3166745">
                  <a:moveTo>
                    <a:pt x="6773279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6773195" y="3166554"/>
                  </a:lnTo>
                  <a:lnTo>
                    <a:pt x="6773279" y="0"/>
                  </a:lnTo>
                  <a:close/>
                </a:path>
              </a:pathLst>
            </a:custGeom>
            <a:solidFill>
              <a:srgbClr val="035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34099" y="2395093"/>
              <a:ext cx="6561455" cy="3166745"/>
            </a:xfrm>
            <a:custGeom>
              <a:avLst/>
              <a:gdLst/>
              <a:ahLst/>
              <a:cxnLst/>
              <a:rect l="l" t="t" r="r" b="b"/>
              <a:pathLst>
                <a:path w="6561455" h="3166745">
                  <a:moveTo>
                    <a:pt x="656130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6561221" y="3166554"/>
                  </a:lnTo>
                  <a:lnTo>
                    <a:pt x="6561309" y="0"/>
                  </a:lnTo>
                  <a:close/>
                </a:path>
              </a:pathLst>
            </a:custGeom>
            <a:solidFill>
              <a:srgbClr val="0553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45643" y="2395093"/>
              <a:ext cx="6350000" cy="3166745"/>
            </a:xfrm>
            <a:custGeom>
              <a:avLst/>
              <a:gdLst/>
              <a:ahLst/>
              <a:cxnLst/>
              <a:rect l="l" t="t" r="r" b="b"/>
              <a:pathLst>
                <a:path w="6350000" h="3166745">
                  <a:moveTo>
                    <a:pt x="6349763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6349678" y="3166554"/>
                  </a:lnTo>
                  <a:lnTo>
                    <a:pt x="6349763" y="0"/>
                  </a:lnTo>
                  <a:close/>
                </a:path>
              </a:pathLst>
            </a:custGeom>
            <a:solidFill>
              <a:srgbClr val="065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57259" y="2395093"/>
              <a:ext cx="6138545" cy="3166745"/>
            </a:xfrm>
            <a:custGeom>
              <a:avLst/>
              <a:gdLst/>
              <a:ahLst/>
              <a:cxnLst/>
              <a:rect l="l" t="t" r="r" b="b"/>
              <a:pathLst>
                <a:path w="6138545" h="3166745">
                  <a:moveTo>
                    <a:pt x="613814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6138061" y="3166554"/>
                  </a:lnTo>
                  <a:lnTo>
                    <a:pt x="6138149" y="0"/>
                  </a:lnTo>
                  <a:close/>
                </a:path>
              </a:pathLst>
            </a:custGeom>
            <a:solidFill>
              <a:srgbClr val="0858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8864" y="2395093"/>
              <a:ext cx="5927090" cy="3166745"/>
            </a:xfrm>
            <a:custGeom>
              <a:avLst/>
              <a:gdLst/>
              <a:ahLst/>
              <a:cxnLst/>
              <a:rect l="l" t="t" r="r" b="b"/>
              <a:pathLst>
                <a:path w="5927090" h="3166745">
                  <a:moveTo>
                    <a:pt x="5926541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5926456" y="3166554"/>
                  </a:lnTo>
                  <a:lnTo>
                    <a:pt x="5926541" y="0"/>
                  </a:lnTo>
                  <a:close/>
                </a:path>
              </a:pathLst>
            </a:custGeom>
            <a:solidFill>
              <a:srgbClr val="095A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80760" y="2395093"/>
              <a:ext cx="5715000" cy="3166745"/>
            </a:xfrm>
            <a:custGeom>
              <a:avLst/>
              <a:gdLst/>
              <a:ahLst/>
              <a:cxnLst/>
              <a:rect l="l" t="t" r="r" b="b"/>
              <a:pathLst>
                <a:path w="5715000" h="3166745">
                  <a:moveTo>
                    <a:pt x="5714643" y="0"/>
                  </a:moveTo>
                  <a:lnTo>
                    <a:pt x="558129" y="0"/>
                  </a:lnTo>
                  <a:lnTo>
                    <a:pt x="0" y="3166554"/>
                  </a:lnTo>
                  <a:lnTo>
                    <a:pt x="5714561" y="3166554"/>
                  </a:lnTo>
                  <a:lnTo>
                    <a:pt x="5714643" y="0"/>
                  </a:lnTo>
                  <a:close/>
                </a:path>
              </a:pathLst>
            </a:custGeom>
            <a:solidFill>
              <a:srgbClr val="0B5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92378" y="2395093"/>
              <a:ext cx="5503545" cy="3166745"/>
            </a:xfrm>
            <a:custGeom>
              <a:avLst/>
              <a:gdLst/>
              <a:ahLst/>
              <a:cxnLst/>
              <a:rect l="l" t="t" r="r" b="b"/>
              <a:pathLst>
                <a:path w="5503545" h="3166745">
                  <a:moveTo>
                    <a:pt x="5503028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5502942" y="3166554"/>
                  </a:lnTo>
                  <a:lnTo>
                    <a:pt x="5503028" y="0"/>
                  </a:lnTo>
                  <a:close/>
                </a:path>
              </a:pathLst>
            </a:custGeom>
            <a:solidFill>
              <a:srgbClr val="0C5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3937" y="2395093"/>
              <a:ext cx="5292090" cy="3166745"/>
            </a:xfrm>
            <a:custGeom>
              <a:avLst/>
              <a:gdLst/>
              <a:ahLst/>
              <a:cxnLst/>
              <a:rect l="l" t="t" r="r" b="b"/>
              <a:pathLst>
                <a:path w="5292090" h="3166745">
                  <a:moveTo>
                    <a:pt x="5291466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5291383" y="3166554"/>
                  </a:lnTo>
                  <a:lnTo>
                    <a:pt x="5291466" y="0"/>
                  </a:lnTo>
                  <a:close/>
                </a:path>
              </a:pathLst>
            </a:custGeom>
            <a:solidFill>
              <a:srgbClr val="0E6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5538" y="2395093"/>
              <a:ext cx="5080000" cy="3166745"/>
            </a:xfrm>
            <a:custGeom>
              <a:avLst/>
              <a:gdLst/>
              <a:ahLst/>
              <a:cxnLst/>
              <a:rect l="l" t="t" r="r" b="b"/>
              <a:pathLst>
                <a:path w="5080000" h="3166745">
                  <a:moveTo>
                    <a:pt x="5079868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5079782" y="3166554"/>
                  </a:lnTo>
                  <a:lnTo>
                    <a:pt x="5079868" y="0"/>
                  </a:lnTo>
                  <a:close/>
                </a:path>
              </a:pathLst>
            </a:custGeom>
            <a:solidFill>
              <a:srgbClr val="0F6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7096" y="2395093"/>
              <a:ext cx="4868545" cy="3166745"/>
            </a:xfrm>
            <a:custGeom>
              <a:avLst/>
              <a:gdLst/>
              <a:ahLst/>
              <a:cxnLst/>
              <a:rect l="l" t="t" r="r" b="b"/>
              <a:pathLst>
                <a:path w="4868545" h="3166745">
                  <a:moveTo>
                    <a:pt x="4868307" y="0"/>
                  </a:moveTo>
                  <a:lnTo>
                    <a:pt x="558394" y="0"/>
                  </a:lnTo>
                  <a:lnTo>
                    <a:pt x="0" y="3166554"/>
                  </a:lnTo>
                  <a:lnTo>
                    <a:pt x="4868224" y="3166554"/>
                  </a:lnTo>
                  <a:lnTo>
                    <a:pt x="4868307" y="0"/>
                  </a:lnTo>
                  <a:close/>
                </a:path>
              </a:pathLst>
            </a:custGeom>
            <a:solidFill>
              <a:srgbClr val="116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9064" y="2395093"/>
              <a:ext cx="4656455" cy="3166745"/>
            </a:xfrm>
            <a:custGeom>
              <a:avLst/>
              <a:gdLst/>
              <a:ahLst/>
              <a:cxnLst/>
              <a:rect l="l" t="t" r="r" b="b"/>
              <a:pathLst>
                <a:path w="4656455" h="3166745">
                  <a:moveTo>
                    <a:pt x="4656343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4656256" y="3166554"/>
                  </a:lnTo>
                  <a:lnTo>
                    <a:pt x="4656343" y="0"/>
                  </a:lnTo>
                  <a:close/>
                </a:path>
              </a:pathLst>
            </a:custGeom>
            <a:solidFill>
              <a:srgbClr val="126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50613" y="2395093"/>
              <a:ext cx="4445000" cy="3166745"/>
            </a:xfrm>
            <a:custGeom>
              <a:avLst/>
              <a:gdLst/>
              <a:ahLst/>
              <a:cxnLst/>
              <a:rect l="l" t="t" r="r" b="b"/>
              <a:pathLst>
                <a:path w="4445000" h="3166745">
                  <a:moveTo>
                    <a:pt x="4444791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4444707" y="3166554"/>
                  </a:lnTo>
                  <a:lnTo>
                    <a:pt x="4444791" y="0"/>
                  </a:lnTo>
                  <a:close/>
                </a:path>
              </a:pathLst>
            </a:custGeom>
            <a:solidFill>
              <a:srgbClr val="1468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2225" y="2395093"/>
              <a:ext cx="4233545" cy="3166745"/>
            </a:xfrm>
            <a:custGeom>
              <a:avLst/>
              <a:gdLst/>
              <a:ahLst/>
              <a:cxnLst/>
              <a:rect l="l" t="t" r="r" b="b"/>
              <a:pathLst>
                <a:path w="4233545" h="3166745">
                  <a:moveTo>
                    <a:pt x="4233183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4233095" y="3166554"/>
                  </a:lnTo>
                  <a:lnTo>
                    <a:pt x="4233183" y="0"/>
                  </a:lnTo>
                  <a:close/>
                </a:path>
              </a:pathLst>
            </a:custGeom>
            <a:solidFill>
              <a:srgbClr val="156A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73775" y="2395093"/>
              <a:ext cx="4022090" cy="3166745"/>
            </a:xfrm>
            <a:custGeom>
              <a:avLst/>
              <a:gdLst/>
              <a:ahLst/>
              <a:cxnLst/>
              <a:rect l="l" t="t" r="r" b="b"/>
              <a:pathLst>
                <a:path w="4022090" h="3166745">
                  <a:moveTo>
                    <a:pt x="4021630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4021546" y="3166554"/>
                  </a:lnTo>
                  <a:lnTo>
                    <a:pt x="4021630" y="0"/>
                  </a:lnTo>
                  <a:close/>
                </a:path>
              </a:pathLst>
            </a:custGeom>
            <a:solidFill>
              <a:srgbClr val="176C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5385" y="2395093"/>
              <a:ext cx="3810635" cy="3166745"/>
            </a:xfrm>
            <a:custGeom>
              <a:avLst/>
              <a:gdLst/>
              <a:ahLst/>
              <a:cxnLst/>
              <a:rect l="l" t="t" r="r" b="b"/>
              <a:pathLst>
                <a:path w="3810634" h="3166745">
                  <a:moveTo>
                    <a:pt x="3810023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3809935" y="3166554"/>
                  </a:lnTo>
                  <a:lnTo>
                    <a:pt x="3810023" y="0"/>
                  </a:lnTo>
                  <a:close/>
                </a:path>
              </a:pathLst>
            </a:custGeom>
            <a:solidFill>
              <a:srgbClr val="186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97346" y="2395093"/>
              <a:ext cx="3598545" cy="3166745"/>
            </a:xfrm>
            <a:custGeom>
              <a:avLst/>
              <a:gdLst/>
              <a:ahLst/>
              <a:cxnLst/>
              <a:rect l="l" t="t" r="r" b="b"/>
              <a:pathLst>
                <a:path w="3598545" h="3166745">
                  <a:moveTo>
                    <a:pt x="359805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3597974" y="3166554"/>
                  </a:lnTo>
                  <a:lnTo>
                    <a:pt x="3598059" y="0"/>
                  </a:lnTo>
                  <a:close/>
                </a:path>
              </a:pathLst>
            </a:custGeom>
            <a:solidFill>
              <a:srgbClr val="197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08908" y="2395093"/>
              <a:ext cx="3387090" cy="3166745"/>
            </a:xfrm>
            <a:custGeom>
              <a:avLst/>
              <a:gdLst/>
              <a:ahLst/>
              <a:cxnLst/>
              <a:rect l="l" t="t" r="r" b="b"/>
              <a:pathLst>
                <a:path w="3387090" h="3166745">
                  <a:moveTo>
                    <a:pt x="3386492" y="0"/>
                  </a:moveTo>
                  <a:lnTo>
                    <a:pt x="558394" y="0"/>
                  </a:lnTo>
                  <a:lnTo>
                    <a:pt x="0" y="3166554"/>
                  </a:lnTo>
                  <a:lnTo>
                    <a:pt x="3386412" y="3166554"/>
                  </a:lnTo>
                  <a:lnTo>
                    <a:pt x="3386492" y="0"/>
                  </a:lnTo>
                  <a:close/>
                </a:path>
              </a:pathLst>
            </a:custGeom>
            <a:solidFill>
              <a:srgbClr val="1B73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20504" y="2395093"/>
              <a:ext cx="3175000" cy="3166745"/>
            </a:xfrm>
            <a:custGeom>
              <a:avLst/>
              <a:gdLst/>
              <a:ahLst/>
              <a:cxnLst/>
              <a:rect l="l" t="t" r="r" b="b"/>
              <a:pathLst>
                <a:path w="3175000" h="3166745">
                  <a:moveTo>
                    <a:pt x="3174902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3174816" y="3166554"/>
                  </a:lnTo>
                  <a:lnTo>
                    <a:pt x="3174902" y="0"/>
                  </a:lnTo>
                  <a:close/>
                </a:path>
              </a:pathLst>
            </a:custGeom>
            <a:solidFill>
              <a:srgbClr val="1C7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32069" y="2395093"/>
              <a:ext cx="2963545" cy="3166745"/>
            </a:xfrm>
            <a:custGeom>
              <a:avLst/>
              <a:gdLst/>
              <a:ahLst/>
              <a:cxnLst/>
              <a:rect l="l" t="t" r="r" b="b"/>
              <a:pathLst>
                <a:path w="2963545" h="3166745">
                  <a:moveTo>
                    <a:pt x="2963331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2963251" y="3166554"/>
                  </a:lnTo>
                  <a:lnTo>
                    <a:pt x="2963331" y="0"/>
                  </a:lnTo>
                  <a:close/>
                </a:path>
              </a:pathLst>
            </a:custGeom>
            <a:solidFill>
              <a:srgbClr val="1E7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43664" y="2395093"/>
              <a:ext cx="2752090" cy="3166745"/>
            </a:xfrm>
            <a:custGeom>
              <a:avLst/>
              <a:gdLst/>
              <a:ahLst/>
              <a:cxnLst/>
              <a:rect l="l" t="t" r="r" b="b"/>
              <a:pathLst>
                <a:path w="2752090" h="3166745">
                  <a:moveTo>
                    <a:pt x="2751741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2751656" y="3166554"/>
                  </a:lnTo>
                  <a:lnTo>
                    <a:pt x="2751741" y="0"/>
                  </a:lnTo>
                  <a:close/>
                </a:path>
              </a:pathLst>
            </a:custGeom>
            <a:solidFill>
              <a:srgbClr val="1F79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55586" y="2395093"/>
              <a:ext cx="2540000" cy="3166745"/>
            </a:xfrm>
            <a:custGeom>
              <a:avLst/>
              <a:gdLst/>
              <a:ahLst/>
              <a:cxnLst/>
              <a:rect l="l" t="t" r="r" b="b"/>
              <a:pathLst>
                <a:path w="2540000" h="3166745">
                  <a:moveTo>
                    <a:pt x="2539815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2539735" y="3166554"/>
                  </a:lnTo>
                  <a:lnTo>
                    <a:pt x="2539815" y="0"/>
                  </a:lnTo>
                  <a:close/>
                </a:path>
              </a:pathLst>
            </a:custGeom>
            <a:solidFill>
              <a:srgbClr val="217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567193" y="2395093"/>
              <a:ext cx="2328545" cy="3166745"/>
            </a:xfrm>
            <a:custGeom>
              <a:avLst/>
              <a:gdLst/>
              <a:ahLst/>
              <a:cxnLst/>
              <a:rect l="l" t="t" r="r" b="b"/>
              <a:pathLst>
                <a:path w="2328545" h="3166745">
                  <a:moveTo>
                    <a:pt x="2328215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2328128" y="3166554"/>
                  </a:lnTo>
                  <a:lnTo>
                    <a:pt x="2328215" y="0"/>
                  </a:lnTo>
                  <a:close/>
                </a:path>
              </a:pathLst>
            </a:custGeom>
            <a:solidFill>
              <a:srgbClr val="227D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78745" y="2395093"/>
              <a:ext cx="2117090" cy="3166745"/>
            </a:xfrm>
            <a:custGeom>
              <a:avLst/>
              <a:gdLst/>
              <a:ahLst/>
              <a:cxnLst/>
              <a:rect l="l" t="t" r="r" b="b"/>
              <a:pathLst>
                <a:path w="2117090" h="3166745">
                  <a:moveTo>
                    <a:pt x="2116655" y="0"/>
                  </a:moveTo>
                  <a:lnTo>
                    <a:pt x="558394" y="0"/>
                  </a:lnTo>
                  <a:lnTo>
                    <a:pt x="0" y="3166554"/>
                  </a:lnTo>
                  <a:lnTo>
                    <a:pt x="2116575" y="3166554"/>
                  </a:lnTo>
                  <a:lnTo>
                    <a:pt x="2116655" y="0"/>
                  </a:lnTo>
                  <a:close/>
                </a:path>
              </a:pathLst>
            </a:custGeom>
            <a:solidFill>
              <a:srgbClr val="247F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90351" y="2395093"/>
              <a:ext cx="1905635" cy="3166745"/>
            </a:xfrm>
            <a:custGeom>
              <a:avLst/>
              <a:gdLst/>
              <a:ahLst/>
              <a:cxnLst/>
              <a:rect l="l" t="t" r="r" b="b"/>
              <a:pathLst>
                <a:path w="1905634" h="3166745">
                  <a:moveTo>
                    <a:pt x="1905058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1904970" y="3166554"/>
                  </a:lnTo>
                  <a:lnTo>
                    <a:pt x="1905058" y="0"/>
                  </a:lnTo>
                  <a:close/>
                </a:path>
              </a:pathLst>
            </a:custGeom>
            <a:solidFill>
              <a:srgbClr val="258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02188" y="2395093"/>
              <a:ext cx="1693545" cy="3166745"/>
            </a:xfrm>
            <a:custGeom>
              <a:avLst/>
              <a:gdLst/>
              <a:ahLst/>
              <a:cxnLst/>
              <a:rect l="l" t="t" r="r" b="b"/>
              <a:pathLst>
                <a:path w="1693545" h="3166745">
                  <a:moveTo>
                    <a:pt x="1693211" y="0"/>
                  </a:moveTo>
                  <a:lnTo>
                    <a:pt x="558127" y="0"/>
                  </a:lnTo>
                  <a:lnTo>
                    <a:pt x="0" y="3166554"/>
                  </a:lnTo>
                  <a:lnTo>
                    <a:pt x="1693132" y="3166554"/>
                  </a:lnTo>
                  <a:lnTo>
                    <a:pt x="1693211" y="0"/>
                  </a:lnTo>
                  <a:close/>
                </a:path>
              </a:pathLst>
            </a:custGeom>
            <a:solidFill>
              <a:srgbClr val="27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3867" y="2395093"/>
              <a:ext cx="1482090" cy="3166745"/>
            </a:xfrm>
            <a:custGeom>
              <a:avLst/>
              <a:gdLst/>
              <a:ahLst/>
              <a:cxnLst/>
              <a:rect l="l" t="t" r="r" b="b"/>
              <a:pathLst>
                <a:path w="1482090" h="3166745">
                  <a:moveTo>
                    <a:pt x="1481547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1481454" y="3166554"/>
                  </a:lnTo>
                  <a:lnTo>
                    <a:pt x="1481547" y="0"/>
                  </a:lnTo>
                  <a:close/>
                </a:path>
              </a:pathLst>
            </a:custGeom>
            <a:solidFill>
              <a:srgbClr val="288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625472" y="2395093"/>
              <a:ext cx="1270000" cy="3166745"/>
            </a:xfrm>
            <a:custGeom>
              <a:avLst/>
              <a:gdLst/>
              <a:ahLst/>
              <a:cxnLst/>
              <a:rect l="l" t="t" r="r" b="b"/>
              <a:pathLst>
                <a:path w="1270000" h="3166745">
                  <a:moveTo>
                    <a:pt x="126992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1269849" y="3166554"/>
                  </a:lnTo>
                  <a:lnTo>
                    <a:pt x="1269929" y="0"/>
                  </a:lnTo>
                  <a:close/>
                </a:path>
              </a:pathLst>
            </a:custGeom>
            <a:solidFill>
              <a:srgbClr val="2A88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37042" y="2395142"/>
              <a:ext cx="1058545" cy="3166745"/>
            </a:xfrm>
            <a:custGeom>
              <a:avLst/>
              <a:gdLst/>
              <a:ahLst/>
              <a:cxnLst/>
              <a:rect l="l" t="t" r="r" b="b"/>
              <a:pathLst>
                <a:path w="1058545" h="3166745">
                  <a:moveTo>
                    <a:pt x="1058342" y="0"/>
                  </a:moveTo>
                  <a:lnTo>
                    <a:pt x="558383" y="0"/>
                  </a:lnTo>
                  <a:lnTo>
                    <a:pt x="0" y="3166504"/>
                  </a:lnTo>
                  <a:lnTo>
                    <a:pt x="1058279" y="3166504"/>
                  </a:lnTo>
                  <a:lnTo>
                    <a:pt x="1058342" y="0"/>
                  </a:lnTo>
                  <a:close/>
                </a:path>
              </a:pathLst>
            </a:custGeom>
            <a:solidFill>
              <a:srgbClr val="2B8A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048632" y="2395093"/>
              <a:ext cx="847090" cy="3166745"/>
            </a:xfrm>
            <a:custGeom>
              <a:avLst/>
              <a:gdLst/>
              <a:ahLst/>
              <a:cxnLst/>
              <a:rect l="l" t="t" r="r" b="b"/>
              <a:pathLst>
                <a:path w="847090" h="3166745">
                  <a:moveTo>
                    <a:pt x="846766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846688" y="3166554"/>
                  </a:lnTo>
                  <a:lnTo>
                    <a:pt x="846766" y="0"/>
                  </a:lnTo>
                  <a:close/>
                </a:path>
              </a:pathLst>
            </a:custGeom>
            <a:solidFill>
              <a:srgbClr val="2D8C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260557" y="2395176"/>
              <a:ext cx="635000" cy="3166745"/>
            </a:xfrm>
            <a:custGeom>
              <a:avLst/>
              <a:gdLst/>
              <a:ahLst/>
              <a:cxnLst/>
              <a:rect l="l" t="t" r="r" b="b"/>
              <a:pathLst>
                <a:path w="635000" h="3166745">
                  <a:moveTo>
                    <a:pt x="634821" y="0"/>
                  </a:moveTo>
                  <a:lnTo>
                    <a:pt x="558379" y="0"/>
                  </a:lnTo>
                  <a:lnTo>
                    <a:pt x="0" y="3166471"/>
                  </a:lnTo>
                  <a:lnTo>
                    <a:pt x="634764" y="3166471"/>
                  </a:lnTo>
                  <a:lnTo>
                    <a:pt x="634821" y="0"/>
                  </a:lnTo>
                  <a:close/>
                </a:path>
              </a:pathLst>
            </a:custGeom>
            <a:solidFill>
              <a:srgbClr val="2E8E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472158" y="3161350"/>
              <a:ext cx="423545" cy="2400300"/>
            </a:xfrm>
            <a:custGeom>
              <a:avLst/>
              <a:gdLst/>
              <a:ahLst/>
              <a:cxnLst/>
              <a:rect l="l" t="t" r="r" b="b"/>
              <a:pathLst>
                <a:path w="423545" h="2400300">
                  <a:moveTo>
                    <a:pt x="423234" y="0"/>
                  </a:moveTo>
                  <a:lnTo>
                    <a:pt x="0" y="2400296"/>
                  </a:lnTo>
                  <a:lnTo>
                    <a:pt x="423162" y="2400296"/>
                  </a:lnTo>
                  <a:lnTo>
                    <a:pt x="423234" y="0"/>
                  </a:lnTo>
                  <a:close/>
                </a:path>
              </a:pathLst>
            </a:custGeom>
            <a:solidFill>
              <a:srgbClr val="3090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683717" y="4361269"/>
              <a:ext cx="212090" cy="1200785"/>
            </a:xfrm>
            <a:custGeom>
              <a:avLst/>
              <a:gdLst/>
              <a:ahLst/>
              <a:cxnLst/>
              <a:rect l="l" t="t" r="r" b="b"/>
              <a:pathLst>
                <a:path w="212090" h="1200785">
                  <a:moveTo>
                    <a:pt x="211675" y="0"/>
                  </a:moveTo>
                  <a:lnTo>
                    <a:pt x="0" y="1200377"/>
                  </a:lnTo>
                  <a:lnTo>
                    <a:pt x="211603" y="1200377"/>
                  </a:lnTo>
                  <a:lnTo>
                    <a:pt x="211675" y="0"/>
                  </a:lnTo>
                  <a:close/>
                </a:path>
              </a:pathLst>
            </a:custGeom>
            <a:solidFill>
              <a:srgbClr val="3192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897565" y="-723"/>
              <a:ext cx="1294765" cy="3545840"/>
            </a:xfrm>
            <a:custGeom>
              <a:avLst/>
              <a:gdLst/>
              <a:ahLst/>
              <a:cxnLst/>
              <a:rect l="l" t="t" r="r" b="b"/>
              <a:pathLst>
                <a:path w="1294765" h="3545840">
                  <a:moveTo>
                    <a:pt x="1294549" y="0"/>
                  </a:moveTo>
                  <a:lnTo>
                    <a:pt x="0" y="0"/>
                  </a:lnTo>
                  <a:lnTo>
                    <a:pt x="0" y="3545649"/>
                  </a:lnTo>
                  <a:lnTo>
                    <a:pt x="1294549" y="3545649"/>
                  </a:lnTo>
                  <a:lnTo>
                    <a:pt x="1294549" y="0"/>
                  </a:lnTo>
                  <a:close/>
                </a:path>
              </a:pathLst>
            </a:custGeom>
            <a:solidFill>
              <a:srgbClr val="FB48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897452" y="0"/>
              <a:ext cx="1294765" cy="3545204"/>
            </a:xfrm>
            <a:custGeom>
              <a:avLst/>
              <a:gdLst/>
              <a:ahLst/>
              <a:cxnLst/>
              <a:rect l="l" t="t" r="r" b="b"/>
              <a:pathLst>
                <a:path w="1294765" h="3545204">
                  <a:moveTo>
                    <a:pt x="719913" y="0"/>
                  </a:moveTo>
                  <a:lnTo>
                    <a:pt x="0" y="0"/>
                  </a:lnTo>
                  <a:lnTo>
                    <a:pt x="103" y="3544925"/>
                  </a:lnTo>
                  <a:lnTo>
                    <a:pt x="1294667" y="3544925"/>
                  </a:lnTo>
                  <a:lnTo>
                    <a:pt x="1294649" y="101341"/>
                  </a:lnTo>
                  <a:lnTo>
                    <a:pt x="719913" y="0"/>
                  </a:lnTo>
                  <a:close/>
                </a:path>
              </a:pathLst>
            </a:custGeom>
            <a:solidFill>
              <a:srgbClr val="FB4A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897556" y="13"/>
              <a:ext cx="1294765" cy="3545204"/>
            </a:xfrm>
            <a:custGeom>
              <a:avLst/>
              <a:gdLst/>
              <a:ahLst/>
              <a:cxnLst/>
              <a:rect l="l" t="t" r="r" b="b"/>
              <a:pathLst>
                <a:path w="1294765" h="3545204">
                  <a:moveTo>
                    <a:pt x="141145" y="0"/>
                  </a:moveTo>
                  <a:lnTo>
                    <a:pt x="71" y="0"/>
                  </a:lnTo>
                  <a:lnTo>
                    <a:pt x="0" y="3544912"/>
                  </a:lnTo>
                  <a:lnTo>
                    <a:pt x="1294563" y="3544912"/>
                  </a:lnTo>
                  <a:lnTo>
                    <a:pt x="1294546" y="203424"/>
                  </a:lnTo>
                  <a:lnTo>
                    <a:pt x="141145" y="0"/>
                  </a:lnTo>
                  <a:close/>
                </a:path>
              </a:pathLst>
            </a:custGeom>
            <a:solidFill>
              <a:srgbClr val="FA4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897552" y="76870"/>
              <a:ext cx="1294765" cy="3468370"/>
            </a:xfrm>
            <a:custGeom>
              <a:avLst/>
              <a:gdLst/>
              <a:ahLst/>
              <a:cxnLst/>
              <a:rect l="l" t="t" r="r" b="b"/>
              <a:pathLst>
                <a:path w="1294765" h="3468370">
                  <a:moveTo>
                    <a:pt x="0" y="0"/>
                  </a:moveTo>
                  <a:lnTo>
                    <a:pt x="3" y="3468055"/>
                  </a:lnTo>
                  <a:lnTo>
                    <a:pt x="1294567" y="3468055"/>
                  </a:lnTo>
                  <a:lnTo>
                    <a:pt x="1294550" y="228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4E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897552" y="178915"/>
              <a:ext cx="1294765" cy="3366135"/>
            </a:xfrm>
            <a:custGeom>
              <a:avLst/>
              <a:gdLst/>
              <a:ahLst/>
              <a:cxnLst/>
              <a:rect l="l" t="t" r="r" b="b"/>
              <a:pathLst>
                <a:path w="1294765" h="3366135">
                  <a:moveTo>
                    <a:pt x="0" y="0"/>
                  </a:moveTo>
                  <a:lnTo>
                    <a:pt x="3" y="3366009"/>
                  </a:lnTo>
                  <a:lnTo>
                    <a:pt x="1294567" y="3366009"/>
                  </a:lnTo>
                  <a:lnTo>
                    <a:pt x="1294551" y="2283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5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897552" y="281022"/>
              <a:ext cx="1294765" cy="3263900"/>
            </a:xfrm>
            <a:custGeom>
              <a:avLst/>
              <a:gdLst/>
              <a:ahLst/>
              <a:cxnLst/>
              <a:rect l="l" t="t" r="r" b="b"/>
              <a:pathLst>
                <a:path w="1294765" h="3263900">
                  <a:moveTo>
                    <a:pt x="0" y="0"/>
                  </a:moveTo>
                  <a:lnTo>
                    <a:pt x="3" y="3263903"/>
                  </a:lnTo>
                  <a:lnTo>
                    <a:pt x="1294567" y="3263903"/>
                  </a:lnTo>
                  <a:lnTo>
                    <a:pt x="1294551" y="228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52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897552" y="383076"/>
              <a:ext cx="1294765" cy="3162300"/>
            </a:xfrm>
            <a:custGeom>
              <a:avLst/>
              <a:gdLst/>
              <a:ahLst/>
              <a:cxnLst/>
              <a:rect l="l" t="t" r="r" b="b"/>
              <a:pathLst>
                <a:path w="1294765" h="3162300">
                  <a:moveTo>
                    <a:pt x="0" y="0"/>
                  </a:moveTo>
                  <a:lnTo>
                    <a:pt x="3" y="3161848"/>
                  </a:lnTo>
                  <a:lnTo>
                    <a:pt x="1294567" y="3161848"/>
                  </a:lnTo>
                  <a:lnTo>
                    <a:pt x="1294552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4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897552" y="485167"/>
              <a:ext cx="1294765" cy="3060065"/>
            </a:xfrm>
            <a:custGeom>
              <a:avLst/>
              <a:gdLst/>
              <a:ahLst/>
              <a:cxnLst/>
              <a:rect l="l" t="t" r="r" b="b"/>
              <a:pathLst>
                <a:path w="1294765" h="3060065">
                  <a:moveTo>
                    <a:pt x="0" y="0"/>
                  </a:moveTo>
                  <a:lnTo>
                    <a:pt x="3" y="3059758"/>
                  </a:lnTo>
                  <a:lnTo>
                    <a:pt x="1294567" y="3059758"/>
                  </a:lnTo>
                  <a:lnTo>
                    <a:pt x="1294552" y="228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897552" y="586872"/>
              <a:ext cx="1294765" cy="2958465"/>
            </a:xfrm>
            <a:custGeom>
              <a:avLst/>
              <a:gdLst/>
              <a:ahLst/>
              <a:cxnLst/>
              <a:rect l="l" t="t" r="r" b="b"/>
              <a:pathLst>
                <a:path w="1294765" h="2958465">
                  <a:moveTo>
                    <a:pt x="0" y="0"/>
                  </a:moveTo>
                  <a:lnTo>
                    <a:pt x="3" y="2958052"/>
                  </a:lnTo>
                  <a:lnTo>
                    <a:pt x="1294567" y="2958052"/>
                  </a:lnTo>
                  <a:lnTo>
                    <a:pt x="1294553" y="228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897552" y="688979"/>
              <a:ext cx="1294765" cy="2856230"/>
            </a:xfrm>
            <a:custGeom>
              <a:avLst/>
              <a:gdLst/>
              <a:ahLst/>
              <a:cxnLst/>
              <a:rect l="l" t="t" r="r" b="b"/>
              <a:pathLst>
                <a:path w="1294765" h="2856229">
                  <a:moveTo>
                    <a:pt x="0" y="0"/>
                  </a:moveTo>
                  <a:lnTo>
                    <a:pt x="3" y="2855945"/>
                  </a:lnTo>
                  <a:lnTo>
                    <a:pt x="1294567" y="2855945"/>
                  </a:lnTo>
                  <a:lnTo>
                    <a:pt x="1294553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A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897552" y="791024"/>
              <a:ext cx="1294765" cy="2753995"/>
            </a:xfrm>
            <a:custGeom>
              <a:avLst/>
              <a:gdLst/>
              <a:ahLst/>
              <a:cxnLst/>
              <a:rect l="l" t="t" r="r" b="b"/>
              <a:pathLst>
                <a:path w="1294765" h="2753995">
                  <a:moveTo>
                    <a:pt x="0" y="0"/>
                  </a:moveTo>
                  <a:lnTo>
                    <a:pt x="3" y="2753901"/>
                  </a:lnTo>
                  <a:lnTo>
                    <a:pt x="1294567" y="2753901"/>
                  </a:lnTo>
                  <a:lnTo>
                    <a:pt x="1294554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5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897552" y="893144"/>
              <a:ext cx="1294765" cy="2652395"/>
            </a:xfrm>
            <a:custGeom>
              <a:avLst/>
              <a:gdLst/>
              <a:ahLst/>
              <a:cxnLst/>
              <a:rect l="l" t="t" r="r" b="b"/>
              <a:pathLst>
                <a:path w="1294765" h="2652395">
                  <a:moveTo>
                    <a:pt x="0" y="0"/>
                  </a:moveTo>
                  <a:lnTo>
                    <a:pt x="3" y="2651781"/>
                  </a:lnTo>
                  <a:lnTo>
                    <a:pt x="1294567" y="2651781"/>
                  </a:lnTo>
                  <a:lnTo>
                    <a:pt x="1294554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5E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897552" y="994829"/>
              <a:ext cx="1294765" cy="2550160"/>
            </a:xfrm>
            <a:custGeom>
              <a:avLst/>
              <a:gdLst/>
              <a:ahLst/>
              <a:cxnLst/>
              <a:rect l="l" t="t" r="r" b="b"/>
              <a:pathLst>
                <a:path w="1294765" h="2550160">
                  <a:moveTo>
                    <a:pt x="0" y="0"/>
                  </a:moveTo>
                  <a:lnTo>
                    <a:pt x="3" y="2550096"/>
                  </a:lnTo>
                  <a:lnTo>
                    <a:pt x="1294567" y="2550096"/>
                  </a:lnTo>
                  <a:lnTo>
                    <a:pt x="1294555" y="228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6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897552" y="1096881"/>
              <a:ext cx="1294765" cy="2448560"/>
            </a:xfrm>
            <a:custGeom>
              <a:avLst/>
              <a:gdLst/>
              <a:ahLst/>
              <a:cxnLst/>
              <a:rect l="l" t="t" r="r" b="b"/>
              <a:pathLst>
                <a:path w="1294765" h="2448560">
                  <a:moveTo>
                    <a:pt x="0" y="0"/>
                  </a:moveTo>
                  <a:lnTo>
                    <a:pt x="3" y="2448066"/>
                  </a:lnTo>
                  <a:lnTo>
                    <a:pt x="1294692" y="2448066"/>
                  </a:lnTo>
                  <a:lnTo>
                    <a:pt x="1294556" y="2283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897552" y="1198982"/>
              <a:ext cx="1294765" cy="2346325"/>
            </a:xfrm>
            <a:custGeom>
              <a:avLst/>
              <a:gdLst/>
              <a:ahLst/>
              <a:cxnLst/>
              <a:rect l="l" t="t" r="r" b="b"/>
              <a:pathLst>
                <a:path w="1294765" h="2346325">
                  <a:moveTo>
                    <a:pt x="0" y="0"/>
                  </a:moveTo>
                  <a:lnTo>
                    <a:pt x="3" y="2345943"/>
                  </a:lnTo>
                  <a:lnTo>
                    <a:pt x="1294567" y="2345943"/>
                  </a:lnTo>
                  <a:lnTo>
                    <a:pt x="1294556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4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897552" y="1301026"/>
              <a:ext cx="1294765" cy="2244090"/>
            </a:xfrm>
            <a:custGeom>
              <a:avLst/>
              <a:gdLst/>
              <a:ahLst/>
              <a:cxnLst/>
              <a:rect l="l" t="t" r="r" b="b"/>
              <a:pathLst>
                <a:path w="1294765" h="2244090">
                  <a:moveTo>
                    <a:pt x="0" y="0"/>
                  </a:moveTo>
                  <a:lnTo>
                    <a:pt x="3" y="2243899"/>
                  </a:lnTo>
                  <a:lnTo>
                    <a:pt x="1294567" y="2243899"/>
                  </a:lnTo>
                  <a:lnTo>
                    <a:pt x="1294557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897552" y="1403144"/>
              <a:ext cx="1294765" cy="2141855"/>
            </a:xfrm>
            <a:custGeom>
              <a:avLst/>
              <a:gdLst/>
              <a:ahLst/>
              <a:cxnLst/>
              <a:rect l="l" t="t" r="r" b="b"/>
              <a:pathLst>
                <a:path w="1294765" h="2141854">
                  <a:moveTo>
                    <a:pt x="0" y="0"/>
                  </a:moveTo>
                  <a:lnTo>
                    <a:pt x="3" y="2141781"/>
                  </a:lnTo>
                  <a:lnTo>
                    <a:pt x="1294567" y="2141781"/>
                  </a:lnTo>
                  <a:lnTo>
                    <a:pt x="1294557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8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897552" y="1504832"/>
              <a:ext cx="1294765" cy="2040255"/>
            </a:xfrm>
            <a:custGeom>
              <a:avLst/>
              <a:gdLst/>
              <a:ahLst/>
              <a:cxnLst/>
              <a:rect l="l" t="t" r="r" b="b"/>
              <a:pathLst>
                <a:path w="1294765" h="2040254">
                  <a:moveTo>
                    <a:pt x="0" y="0"/>
                  </a:moveTo>
                  <a:lnTo>
                    <a:pt x="3" y="2040092"/>
                  </a:lnTo>
                  <a:lnTo>
                    <a:pt x="1294567" y="2040092"/>
                  </a:lnTo>
                  <a:lnTo>
                    <a:pt x="1294558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6A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97552" y="1606939"/>
              <a:ext cx="1294765" cy="1938020"/>
            </a:xfrm>
            <a:custGeom>
              <a:avLst/>
              <a:gdLst/>
              <a:ahLst/>
              <a:cxnLst/>
              <a:rect l="l" t="t" r="r" b="b"/>
              <a:pathLst>
                <a:path w="1294765" h="1938020">
                  <a:moveTo>
                    <a:pt x="0" y="0"/>
                  </a:moveTo>
                  <a:lnTo>
                    <a:pt x="3" y="1937985"/>
                  </a:lnTo>
                  <a:lnTo>
                    <a:pt x="1294567" y="1937985"/>
                  </a:lnTo>
                  <a:lnTo>
                    <a:pt x="1294558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6D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897552" y="1708984"/>
              <a:ext cx="1294765" cy="1836420"/>
            </a:xfrm>
            <a:custGeom>
              <a:avLst/>
              <a:gdLst/>
              <a:ahLst/>
              <a:cxnLst/>
              <a:rect l="l" t="t" r="r" b="b"/>
              <a:pathLst>
                <a:path w="1294765" h="1836420">
                  <a:moveTo>
                    <a:pt x="0" y="0"/>
                  </a:moveTo>
                  <a:lnTo>
                    <a:pt x="3" y="1835941"/>
                  </a:lnTo>
                  <a:lnTo>
                    <a:pt x="1294567" y="1835941"/>
                  </a:lnTo>
                  <a:lnTo>
                    <a:pt x="1294559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6F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897552" y="1811091"/>
              <a:ext cx="1294765" cy="1734185"/>
            </a:xfrm>
            <a:custGeom>
              <a:avLst/>
              <a:gdLst/>
              <a:ahLst/>
              <a:cxnLst/>
              <a:rect l="l" t="t" r="r" b="b"/>
              <a:pathLst>
                <a:path w="1294765" h="1734185">
                  <a:moveTo>
                    <a:pt x="0" y="0"/>
                  </a:moveTo>
                  <a:lnTo>
                    <a:pt x="3" y="1733856"/>
                  </a:lnTo>
                  <a:lnTo>
                    <a:pt x="1294691" y="1733856"/>
                  </a:lnTo>
                  <a:lnTo>
                    <a:pt x="1294559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897552" y="1912777"/>
              <a:ext cx="1294765" cy="1632585"/>
            </a:xfrm>
            <a:custGeom>
              <a:avLst/>
              <a:gdLst/>
              <a:ahLst/>
              <a:cxnLst/>
              <a:rect l="l" t="t" r="r" b="b"/>
              <a:pathLst>
                <a:path w="1294765" h="1632585">
                  <a:moveTo>
                    <a:pt x="0" y="0"/>
                  </a:moveTo>
                  <a:lnTo>
                    <a:pt x="3" y="1632147"/>
                  </a:lnTo>
                  <a:lnTo>
                    <a:pt x="1294567" y="1632147"/>
                  </a:lnTo>
                  <a:lnTo>
                    <a:pt x="1294560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3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897552" y="2014897"/>
              <a:ext cx="1294765" cy="1530350"/>
            </a:xfrm>
            <a:custGeom>
              <a:avLst/>
              <a:gdLst/>
              <a:ahLst/>
              <a:cxnLst/>
              <a:rect l="l" t="t" r="r" b="b"/>
              <a:pathLst>
                <a:path w="1294765" h="1530350">
                  <a:moveTo>
                    <a:pt x="0" y="0"/>
                  </a:moveTo>
                  <a:lnTo>
                    <a:pt x="3" y="1530047"/>
                  </a:lnTo>
                  <a:lnTo>
                    <a:pt x="1294679" y="1530047"/>
                  </a:lnTo>
                  <a:lnTo>
                    <a:pt x="1294560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5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97552" y="2116941"/>
              <a:ext cx="1294765" cy="1428115"/>
            </a:xfrm>
            <a:custGeom>
              <a:avLst/>
              <a:gdLst/>
              <a:ahLst/>
              <a:cxnLst/>
              <a:rect l="l" t="t" r="r" b="b"/>
              <a:pathLst>
                <a:path w="1294765" h="1428114">
                  <a:moveTo>
                    <a:pt x="0" y="0"/>
                  </a:moveTo>
                  <a:lnTo>
                    <a:pt x="3" y="1427983"/>
                  </a:lnTo>
                  <a:lnTo>
                    <a:pt x="1294567" y="1427983"/>
                  </a:lnTo>
                  <a:lnTo>
                    <a:pt x="1294561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7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897552" y="2218999"/>
              <a:ext cx="1294765" cy="1326515"/>
            </a:xfrm>
            <a:custGeom>
              <a:avLst/>
              <a:gdLst/>
              <a:ahLst/>
              <a:cxnLst/>
              <a:rect l="l" t="t" r="r" b="b"/>
              <a:pathLst>
                <a:path w="1294765" h="1326514">
                  <a:moveTo>
                    <a:pt x="0" y="0"/>
                  </a:moveTo>
                  <a:lnTo>
                    <a:pt x="3" y="1325944"/>
                  </a:lnTo>
                  <a:lnTo>
                    <a:pt x="1294670" y="1325944"/>
                  </a:lnTo>
                  <a:lnTo>
                    <a:pt x="1294561" y="228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9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897552" y="2321093"/>
              <a:ext cx="1294765" cy="1224280"/>
            </a:xfrm>
            <a:custGeom>
              <a:avLst/>
              <a:gdLst/>
              <a:ahLst/>
              <a:cxnLst/>
              <a:rect l="l" t="t" r="r" b="b"/>
              <a:pathLst>
                <a:path w="1294765" h="1224279">
                  <a:moveTo>
                    <a:pt x="0" y="0"/>
                  </a:moveTo>
                  <a:lnTo>
                    <a:pt x="3" y="1223832"/>
                  </a:lnTo>
                  <a:lnTo>
                    <a:pt x="1294567" y="1223832"/>
                  </a:lnTo>
                  <a:lnTo>
                    <a:pt x="1294562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897552" y="2422779"/>
              <a:ext cx="1294765" cy="1122680"/>
            </a:xfrm>
            <a:custGeom>
              <a:avLst/>
              <a:gdLst/>
              <a:ahLst/>
              <a:cxnLst/>
              <a:rect l="l" t="t" r="r" b="b"/>
              <a:pathLst>
                <a:path w="1294765" h="1122679">
                  <a:moveTo>
                    <a:pt x="0" y="0"/>
                  </a:moveTo>
                  <a:lnTo>
                    <a:pt x="3" y="1122145"/>
                  </a:lnTo>
                  <a:lnTo>
                    <a:pt x="1294567" y="1122145"/>
                  </a:lnTo>
                  <a:lnTo>
                    <a:pt x="1294562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D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897552" y="2524899"/>
              <a:ext cx="1294765" cy="1020444"/>
            </a:xfrm>
            <a:custGeom>
              <a:avLst/>
              <a:gdLst/>
              <a:ahLst/>
              <a:cxnLst/>
              <a:rect l="l" t="t" r="r" b="b"/>
              <a:pathLst>
                <a:path w="1294765" h="1020445">
                  <a:moveTo>
                    <a:pt x="0" y="0"/>
                  </a:moveTo>
                  <a:lnTo>
                    <a:pt x="3" y="1020045"/>
                  </a:lnTo>
                  <a:lnTo>
                    <a:pt x="1294679" y="1020045"/>
                  </a:lnTo>
                  <a:lnTo>
                    <a:pt x="1294563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7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897552" y="2626944"/>
              <a:ext cx="1294765" cy="918210"/>
            </a:xfrm>
            <a:custGeom>
              <a:avLst/>
              <a:gdLst/>
              <a:ahLst/>
              <a:cxnLst/>
              <a:rect l="l" t="t" r="r" b="b"/>
              <a:pathLst>
                <a:path w="1294765" h="918210">
                  <a:moveTo>
                    <a:pt x="0" y="0"/>
                  </a:moveTo>
                  <a:lnTo>
                    <a:pt x="3" y="917981"/>
                  </a:lnTo>
                  <a:lnTo>
                    <a:pt x="1294567" y="917981"/>
                  </a:lnTo>
                  <a:lnTo>
                    <a:pt x="1294564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81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897552" y="2729051"/>
              <a:ext cx="1294765" cy="815975"/>
            </a:xfrm>
            <a:custGeom>
              <a:avLst/>
              <a:gdLst/>
              <a:ahLst/>
              <a:cxnLst/>
              <a:rect l="l" t="t" r="r" b="b"/>
              <a:pathLst>
                <a:path w="1294765" h="815975">
                  <a:moveTo>
                    <a:pt x="0" y="0"/>
                  </a:moveTo>
                  <a:lnTo>
                    <a:pt x="3" y="815891"/>
                  </a:lnTo>
                  <a:lnTo>
                    <a:pt x="1294665" y="815891"/>
                  </a:lnTo>
                  <a:lnTo>
                    <a:pt x="1294564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83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897552" y="2831001"/>
              <a:ext cx="1294765" cy="714375"/>
            </a:xfrm>
            <a:custGeom>
              <a:avLst/>
              <a:gdLst/>
              <a:ahLst/>
              <a:cxnLst/>
              <a:rect l="l" t="t" r="r" b="b"/>
              <a:pathLst>
                <a:path w="1294765" h="714375">
                  <a:moveTo>
                    <a:pt x="0" y="0"/>
                  </a:moveTo>
                  <a:lnTo>
                    <a:pt x="3" y="713945"/>
                  </a:lnTo>
                  <a:lnTo>
                    <a:pt x="1294690" y="713945"/>
                  </a:lnTo>
                  <a:lnTo>
                    <a:pt x="1294565" y="2280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897552" y="2932844"/>
              <a:ext cx="1294765" cy="612140"/>
            </a:xfrm>
            <a:custGeom>
              <a:avLst/>
              <a:gdLst/>
              <a:ahLst/>
              <a:cxnLst/>
              <a:rect l="l" t="t" r="r" b="b"/>
              <a:pathLst>
                <a:path w="1294765" h="612139">
                  <a:moveTo>
                    <a:pt x="0" y="0"/>
                  </a:moveTo>
                  <a:lnTo>
                    <a:pt x="3" y="612090"/>
                  </a:lnTo>
                  <a:lnTo>
                    <a:pt x="1294623" y="612090"/>
                  </a:lnTo>
                  <a:lnTo>
                    <a:pt x="1294565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7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897552" y="3034902"/>
              <a:ext cx="1294765" cy="510540"/>
            </a:xfrm>
            <a:custGeom>
              <a:avLst/>
              <a:gdLst/>
              <a:ahLst/>
              <a:cxnLst/>
              <a:rect l="l" t="t" r="r" b="b"/>
              <a:pathLst>
                <a:path w="1294765" h="510539">
                  <a:moveTo>
                    <a:pt x="0" y="0"/>
                  </a:moveTo>
                  <a:lnTo>
                    <a:pt x="3" y="510043"/>
                  </a:lnTo>
                  <a:lnTo>
                    <a:pt x="1294679" y="510043"/>
                  </a:lnTo>
                  <a:lnTo>
                    <a:pt x="1294566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897552" y="3136964"/>
              <a:ext cx="1294765" cy="408305"/>
            </a:xfrm>
            <a:custGeom>
              <a:avLst/>
              <a:gdLst/>
              <a:ahLst/>
              <a:cxnLst/>
              <a:rect l="l" t="t" r="r" b="b"/>
              <a:pathLst>
                <a:path w="1294765" h="408304">
                  <a:moveTo>
                    <a:pt x="0" y="0"/>
                  </a:moveTo>
                  <a:lnTo>
                    <a:pt x="3" y="407961"/>
                  </a:lnTo>
                  <a:lnTo>
                    <a:pt x="1294568" y="407961"/>
                  </a:lnTo>
                  <a:lnTo>
                    <a:pt x="1294566" y="228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897552" y="3239053"/>
              <a:ext cx="1294765" cy="306070"/>
            </a:xfrm>
            <a:custGeom>
              <a:avLst/>
              <a:gdLst/>
              <a:ahLst/>
              <a:cxnLst/>
              <a:rect l="l" t="t" r="r" b="b"/>
              <a:pathLst>
                <a:path w="1294765" h="306070">
                  <a:moveTo>
                    <a:pt x="0" y="0"/>
                  </a:moveTo>
                  <a:lnTo>
                    <a:pt x="3" y="305885"/>
                  </a:lnTo>
                  <a:lnTo>
                    <a:pt x="1294641" y="305885"/>
                  </a:lnTo>
                  <a:lnTo>
                    <a:pt x="1294567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897552" y="3340759"/>
              <a:ext cx="1157605" cy="204470"/>
            </a:xfrm>
            <a:custGeom>
              <a:avLst/>
              <a:gdLst/>
              <a:ahLst/>
              <a:cxnLst/>
              <a:rect l="l" t="t" r="r" b="b"/>
              <a:pathLst>
                <a:path w="1157604" h="204470">
                  <a:moveTo>
                    <a:pt x="0" y="0"/>
                  </a:moveTo>
                  <a:lnTo>
                    <a:pt x="3" y="204165"/>
                  </a:lnTo>
                  <a:lnTo>
                    <a:pt x="1157604" y="204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8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897552" y="3442846"/>
              <a:ext cx="579120" cy="102235"/>
            </a:xfrm>
            <a:custGeom>
              <a:avLst/>
              <a:gdLst/>
              <a:ahLst/>
              <a:cxnLst/>
              <a:rect l="l" t="t" r="r" b="b"/>
              <a:pathLst>
                <a:path w="579120" h="102235">
                  <a:moveTo>
                    <a:pt x="0" y="0"/>
                  </a:moveTo>
                  <a:lnTo>
                    <a:pt x="3" y="102078"/>
                  </a:lnTo>
                  <a:lnTo>
                    <a:pt x="578892" y="10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23" y="5563438"/>
              <a:ext cx="6203315" cy="1294765"/>
            </a:xfrm>
            <a:custGeom>
              <a:avLst/>
              <a:gdLst/>
              <a:ahLst/>
              <a:cxnLst/>
              <a:rect l="l" t="t" r="r" b="b"/>
              <a:pathLst>
                <a:path w="6203315" h="1294765">
                  <a:moveTo>
                    <a:pt x="6203149" y="0"/>
                  </a:moveTo>
                  <a:lnTo>
                    <a:pt x="0" y="0"/>
                  </a:lnTo>
                  <a:lnTo>
                    <a:pt x="0" y="1294561"/>
                  </a:lnTo>
                  <a:lnTo>
                    <a:pt x="6203149" y="1294561"/>
                  </a:lnTo>
                  <a:lnTo>
                    <a:pt x="6203149" y="0"/>
                  </a:lnTo>
                  <a:close/>
                </a:path>
              </a:pathLst>
            </a:custGeom>
            <a:solidFill>
              <a:srgbClr val="3C2D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11" y="5563465"/>
              <a:ext cx="6203315" cy="1294765"/>
            </a:xfrm>
            <a:custGeom>
              <a:avLst/>
              <a:gdLst/>
              <a:ahLst/>
              <a:cxnLst/>
              <a:rect l="l" t="t" r="r" b="b"/>
              <a:pathLst>
                <a:path w="6203315" h="1294765">
                  <a:moveTo>
                    <a:pt x="6203152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981305" y="1294534"/>
                  </a:lnTo>
                  <a:lnTo>
                    <a:pt x="6203149" y="35855"/>
                  </a:lnTo>
                  <a:lnTo>
                    <a:pt x="6203152" y="0"/>
                  </a:lnTo>
                  <a:close/>
                </a:path>
              </a:pathLst>
            </a:custGeom>
            <a:solidFill>
              <a:srgbClr val="3E2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11" y="5563465"/>
              <a:ext cx="5988050" cy="1294765"/>
            </a:xfrm>
            <a:custGeom>
              <a:avLst/>
              <a:gdLst/>
              <a:ahLst/>
              <a:cxnLst/>
              <a:rect l="l" t="t" r="r" b="b"/>
              <a:pathLst>
                <a:path w="5988050" h="1294765">
                  <a:moveTo>
                    <a:pt x="5987892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759522" y="1294534"/>
                  </a:lnTo>
                  <a:lnTo>
                    <a:pt x="5987892" y="0"/>
                  </a:lnTo>
                  <a:close/>
                </a:path>
              </a:pathLst>
            </a:custGeom>
            <a:solidFill>
              <a:srgbClr val="402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11" y="5563465"/>
              <a:ext cx="5766435" cy="1294765"/>
            </a:xfrm>
            <a:custGeom>
              <a:avLst/>
              <a:gdLst/>
              <a:ahLst/>
              <a:cxnLst/>
              <a:rect l="l" t="t" r="r" b="b"/>
              <a:pathLst>
                <a:path w="5766435" h="1294765">
                  <a:moveTo>
                    <a:pt x="5766240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537906" y="1294534"/>
                  </a:lnTo>
                  <a:lnTo>
                    <a:pt x="5766240" y="0"/>
                  </a:lnTo>
                  <a:close/>
                </a:path>
              </a:pathLst>
            </a:custGeom>
            <a:solidFill>
              <a:srgbClr val="422F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11" y="5563465"/>
              <a:ext cx="5544820" cy="1294765"/>
            </a:xfrm>
            <a:custGeom>
              <a:avLst/>
              <a:gdLst/>
              <a:ahLst/>
              <a:cxnLst/>
              <a:rect l="l" t="t" r="r" b="b"/>
              <a:pathLst>
                <a:path w="5544820" h="1294765">
                  <a:moveTo>
                    <a:pt x="5544310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316146" y="1294534"/>
                  </a:lnTo>
                  <a:lnTo>
                    <a:pt x="5544310" y="0"/>
                  </a:lnTo>
                  <a:close/>
                </a:path>
              </a:pathLst>
            </a:custGeom>
            <a:solidFill>
              <a:srgbClr val="443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11" y="5563465"/>
              <a:ext cx="5323205" cy="1294765"/>
            </a:xfrm>
            <a:custGeom>
              <a:avLst/>
              <a:gdLst/>
              <a:ahLst/>
              <a:cxnLst/>
              <a:rect l="l" t="t" r="r" b="b"/>
              <a:pathLst>
                <a:path w="5323205" h="1294765">
                  <a:moveTo>
                    <a:pt x="5322701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094331" y="1294534"/>
                  </a:lnTo>
                  <a:lnTo>
                    <a:pt x="5322701" y="0"/>
                  </a:lnTo>
                  <a:close/>
                </a:path>
              </a:pathLst>
            </a:custGeom>
            <a:solidFill>
              <a:srgbClr val="4631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11" y="5563465"/>
              <a:ext cx="5100955" cy="1294765"/>
            </a:xfrm>
            <a:custGeom>
              <a:avLst/>
              <a:gdLst/>
              <a:ahLst/>
              <a:cxnLst/>
              <a:rect l="l" t="t" r="r" b="b"/>
              <a:pathLst>
                <a:path w="5100955" h="1294765">
                  <a:moveTo>
                    <a:pt x="5100728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872599" y="1294534"/>
                  </a:lnTo>
                  <a:lnTo>
                    <a:pt x="5100728" y="0"/>
                  </a:lnTo>
                  <a:close/>
                </a:path>
              </a:pathLst>
            </a:custGeom>
            <a:solidFill>
              <a:srgbClr val="483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11" y="5563465"/>
              <a:ext cx="4879340" cy="1294765"/>
            </a:xfrm>
            <a:custGeom>
              <a:avLst/>
              <a:gdLst/>
              <a:ahLst/>
              <a:cxnLst/>
              <a:rect l="l" t="t" r="r" b="b"/>
              <a:pathLst>
                <a:path w="4879340" h="1294765">
                  <a:moveTo>
                    <a:pt x="4879101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650731" y="1294534"/>
                  </a:lnTo>
                  <a:lnTo>
                    <a:pt x="4879101" y="0"/>
                  </a:lnTo>
                  <a:close/>
                </a:path>
              </a:pathLst>
            </a:custGeom>
            <a:solidFill>
              <a:srgbClr val="4B3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11" y="5563465"/>
              <a:ext cx="4657725" cy="1294765"/>
            </a:xfrm>
            <a:custGeom>
              <a:avLst/>
              <a:gdLst/>
              <a:ahLst/>
              <a:cxnLst/>
              <a:rect l="l" t="t" r="r" b="b"/>
              <a:pathLst>
                <a:path w="4657725" h="1294765">
                  <a:moveTo>
                    <a:pt x="4657186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429029" y="1294534"/>
                  </a:lnTo>
                  <a:lnTo>
                    <a:pt x="4657186" y="0"/>
                  </a:lnTo>
                  <a:close/>
                </a:path>
              </a:pathLst>
            </a:custGeom>
            <a:solidFill>
              <a:srgbClr val="4D3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11" y="5563465"/>
              <a:ext cx="4436110" cy="1294765"/>
            </a:xfrm>
            <a:custGeom>
              <a:avLst/>
              <a:gdLst/>
              <a:ahLst/>
              <a:cxnLst/>
              <a:rect l="l" t="t" r="r" b="b"/>
              <a:pathLst>
                <a:path w="4436110" h="1294765">
                  <a:moveTo>
                    <a:pt x="4435510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207176" y="1294534"/>
                  </a:lnTo>
                  <a:lnTo>
                    <a:pt x="4435510" y="0"/>
                  </a:lnTo>
                  <a:close/>
                </a:path>
              </a:pathLst>
            </a:custGeom>
            <a:solidFill>
              <a:srgbClr val="4F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11" y="5563465"/>
              <a:ext cx="4213860" cy="1294765"/>
            </a:xfrm>
            <a:custGeom>
              <a:avLst/>
              <a:gdLst/>
              <a:ahLst/>
              <a:cxnLst/>
              <a:rect l="l" t="t" r="r" b="b"/>
              <a:pathLst>
                <a:path w="4213860" h="1294765">
                  <a:moveTo>
                    <a:pt x="421359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985442" y="1294534"/>
                  </a:lnTo>
                  <a:lnTo>
                    <a:pt x="4213599" y="0"/>
                  </a:lnTo>
                  <a:close/>
                </a:path>
              </a:pathLst>
            </a:custGeom>
            <a:solidFill>
              <a:srgbClr val="513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1" y="5563465"/>
              <a:ext cx="3992245" cy="1294765"/>
            </a:xfrm>
            <a:custGeom>
              <a:avLst/>
              <a:gdLst/>
              <a:ahLst/>
              <a:cxnLst/>
              <a:rect l="l" t="t" r="r" b="b"/>
              <a:pathLst>
                <a:path w="3992245" h="1294765">
                  <a:moveTo>
                    <a:pt x="3991964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763594" y="1294534"/>
                  </a:lnTo>
                  <a:lnTo>
                    <a:pt x="3991964" y="0"/>
                  </a:lnTo>
                  <a:close/>
                </a:path>
              </a:pathLst>
            </a:custGeom>
            <a:solidFill>
              <a:srgbClr val="533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11" y="5563465"/>
              <a:ext cx="3770629" cy="1294765"/>
            </a:xfrm>
            <a:custGeom>
              <a:avLst/>
              <a:gdLst/>
              <a:ahLst/>
              <a:cxnLst/>
              <a:rect l="l" t="t" r="r" b="b"/>
              <a:pathLst>
                <a:path w="3770629" h="1294765">
                  <a:moveTo>
                    <a:pt x="3770012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541855" y="1294534"/>
                  </a:lnTo>
                  <a:lnTo>
                    <a:pt x="3770012" y="0"/>
                  </a:lnTo>
                  <a:close/>
                </a:path>
              </a:pathLst>
            </a:custGeom>
            <a:solidFill>
              <a:srgbClr val="5536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" y="5563465"/>
              <a:ext cx="3548379" cy="1294765"/>
            </a:xfrm>
            <a:custGeom>
              <a:avLst/>
              <a:gdLst/>
              <a:ahLst/>
              <a:cxnLst/>
              <a:rect l="l" t="t" r="r" b="b"/>
              <a:pathLst>
                <a:path w="3548379" h="1294765">
                  <a:moveTo>
                    <a:pt x="3548364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319994" y="1294534"/>
                  </a:lnTo>
                  <a:lnTo>
                    <a:pt x="3548364" y="0"/>
                  </a:lnTo>
                  <a:close/>
                </a:path>
              </a:pathLst>
            </a:custGeom>
            <a:solidFill>
              <a:srgbClr val="5737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1" y="5563465"/>
              <a:ext cx="3326765" cy="1294765"/>
            </a:xfrm>
            <a:custGeom>
              <a:avLst/>
              <a:gdLst/>
              <a:ahLst/>
              <a:cxnLst/>
              <a:rect l="l" t="t" r="r" b="b"/>
              <a:pathLst>
                <a:path w="3326765" h="1294765">
                  <a:moveTo>
                    <a:pt x="3326487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098330" y="1294534"/>
                  </a:lnTo>
                  <a:lnTo>
                    <a:pt x="3326487" y="0"/>
                  </a:lnTo>
                  <a:close/>
                </a:path>
              </a:pathLst>
            </a:custGeom>
            <a:solidFill>
              <a:srgbClr val="5938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11" y="5563465"/>
              <a:ext cx="3105150" cy="1294765"/>
            </a:xfrm>
            <a:custGeom>
              <a:avLst/>
              <a:gdLst/>
              <a:ahLst/>
              <a:cxnLst/>
              <a:rect l="l" t="t" r="r" b="b"/>
              <a:pathLst>
                <a:path w="3105150" h="1294765">
                  <a:moveTo>
                    <a:pt x="310484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876685" y="1294534"/>
                  </a:lnTo>
                  <a:lnTo>
                    <a:pt x="3104849" y="0"/>
                  </a:lnTo>
                  <a:close/>
                </a:path>
              </a:pathLst>
            </a:custGeom>
            <a:solidFill>
              <a:srgbClr val="5B3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11" y="5563465"/>
              <a:ext cx="2883535" cy="1294765"/>
            </a:xfrm>
            <a:custGeom>
              <a:avLst/>
              <a:gdLst/>
              <a:ahLst/>
              <a:cxnLst/>
              <a:rect l="l" t="t" r="r" b="b"/>
              <a:pathLst>
                <a:path w="2883535" h="1294765">
                  <a:moveTo>
                    <a:pt x="2883178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654815" y="1294534"/>
                  </a:lnTo>
                  <a:lnTo>
                    <a:pt x="2883178" y="0"/>
                  </a:lnTo>
                  <a:close/>
                </a:path>
              </a:pathLst>
            </a:custGeom>
            <a:solidFill>
              <a:srgbClr val="5D3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1" y="5563465"/>
              <a:ext cx="2661920" cy="1294765"/>
            </a:xfrm>
            <a:custGeom>
              <a:avLst/>
              <a:gdLst/>
              <a:ahLst/>
              <a:cxnLst/>
              <a:rect l="l" t="t" r="r" b="b"/>
              <a:pathLst>
                <a:path w="2661920" h="1294765">
                  <a:moveTo>
                    <a:pt x="2661325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433162" y="1294534"/>
                  </a:lnTo>
                  <a:lnTo>
                    <a:pt x="2661325" y="0"/>
                  </a:lnTo>
                  <a:close/>
                </a:path>
              </a:pathLst>
            </a:custGeom>
            <a:solidFill>
              <a:srgbClr val="5F3A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11" y="5563465"/>
              <a:ext cx="2439670" cy="1294765"/>
            </a:xfrm>
            <a:custGeom>
              <a:avLst/>
              <a:gdLst/>
              <a:ahLst/>
              <a:cxnLst/>
              <a:rect l="l" t="t" r="r" b="b"/>
              <a:pathLst>
                <a:path w="2439670" h="1294765">
                  <a:moveTo>
                    <a:pt x="243957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211216" y="1294534"/>
                  </a:lnTo>
                  <a:lnTo>
                    <a:pt x="2439579" y="0"/>
                  </a:lnTo>
                  <a:close/>
                </a:path>
              </a:pathLst>
            </a:custGeom>
            <a:solidFill>
              <a:srgbClr val="613B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11" y="5563465"/>
              <a:ext cx="2218055" cy="1294765"/>
            </a:xfrm>
            <a:custGeom>
              <a:avLst/>
              <a:gdLst/>
              <a:ahLst/>
              <a:cxnLst/>
              <a:rect l="l" t="t" r="r" b="b"/>
              <a:pathLst>
                <a:path w="2218055" h="1294765">
                  <a:moveTo>
                    <a:pt x="2217736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989572" y="1294534"/>
                  </a:lnTo>
                  <a:lnTo>
                    <a:pt x="2217736" y="0"/>
                  </a:lnTo>
                  <a:close/>
                </a:path>
              </a:pathLst>
            </a:custGeom>
            <a:solidFill>
              <a:srgbClr val="633B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11" y="5563465"/>
              <a:ext cx="1996439" cy="1294765"/>
            </a:xfrm>
            <a:custGeom>
              <a:avLst/>
              <a:gdLst/>
              <a:ahLst/>
              <a:cxnLst/>
              <a:rect l="l" t="t" r="r" b="b"/>
              <a:pathLst>
                <a:path w="1996439" h="1294765">
                  <a:moveTo>
                    <a:pt x="199599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767671" y="1294534"/>
                  </a:lnTo>
                  <a:lnTo>
                    <a:pt x="1995999" y="0"/>
                  </a:lnTo>
                  <a:close/>
                </a:path>
              </a:pathLst>
            </a:custGeom>
            <a:solidFill>
              <a:srgbClr val="663C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90" y="5563465"/>
              <a:ext cx="1774189" cy="1294765"/>
            </a:xfrm>
            <a:custGeom>
              <a:avLst/>
              <a:gdLst/>
              <a:ahLst/>
              <a:cxnLst/>
              <a:rect l="l" t="t" r="r" b="b"/>
              <a:pathLst>
                <a:path w="1774189" h="1294765">
                  <a:moveTo>
                    <a:pt x="1774169" y="0"/>
                  </a:moveTo>
                  <a:lnTo>
                    <a:pt x="104" y="0"/>
                  </a:lnTo>
                  <a:lnTo>
                    <a:pt x="0" y="1294652"/>
                  </a:lnTo>
                  <a:lnTo>
                    <a:pt x="1545984" y="1294652"/>
                  </a:lnTo>
                  <a:lnTo>
                    <a:pt x="1774169" y="0"/>
                  </a:lnTo>
                  <a:close/>
                </a:path>
              </a:pathLst>
            </a:custGeom>
            <a:solidFill>
              <a:srgbClr val="683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11" y="5563465"/>
              <a:ext cx="1552575" cy="1294765"/>
            </a:xfrm>
            <a:custGeom>
              <a:avLst/>
              <a:gdLst/>
              <a:ahLst/>
              <a:cxnLst/>
              <a:rect l="l" t="t" r="r" b="b"/>
              <a:pathLst>
                <a:path w="1552575" h="1294765">
                  <a:moveTo>
                    <a:pt x="1552443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324080" y="1294534"/>
                  </a:lnTo>
                  <a:lnTo>
                    <a:pt x="1552443" y="0"/>
                  </a:lnTo>
                  <a:close/>
                </a:path>
              </a:pathLst>
            </a:custGeom>
            <a:solidFill>
              <a:srgbClr val="6A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11" y="5563465"/>
              <a:ext cx="1330960" cy="1294765"/>
            </a:xfrm>
            <a:custGeom>
              <a:avLst/>
              <a:gdLst/>
              <a:ahLst/>
              <a:cxnLst/>
              <a:rect l="l" t="t" r="r" b="b"/>
              <a:pathLst>
                <a:path w="1330960" h="1294765">
                  <a:moveTo>
                    <a:pt x="1330584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102456" y="1294534"/>
                  </a:lnTo>
                  <a:lnTo>
                    <a:pt x="1330584" y="0"/>
                  </a:lnTo>
                  <a:close/>
                </a:path>
              </a:pathLst>
            </a:custGeom>
            <a:solidFill>
              <a:srgbClr val="6C3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92" y="5563465"/>
              <a:ext cx="1109345" cy="1294765"/>
            </a:xfrm>
            <a:custGeom>
              <a:avLst/>
              <a:gdLst/>
              <a:ahLst/>
              <a:cxnLst/>
              <a:rect l="l" t="t" r="r" b="b"/>
              <a:pathLst>
                <a:path w="1109345" h="1294765">
                  <a:moveTo>
                    <a:pt x="1108858" y="0"/>
                  </a:moveTo>
                  <a:lnTo>
                    <a:pt x="102" y="0"/>
                  </a:lnTo>
                  <a:lnTo>
                    <a:pt x="0" y="1294641"/>
                  </a:lnTo>
                  <a:lnTo>
                    <a:pt x="880469" y="1294641"/>
                  </a:lnTo>
                  <a:lnTo>
                    <a:pt x="1108858" y="0"/>
                  </a:lnTo>
                  <a:close/>
                </a:path>
              </a:pathLst>
            </a:custGeom>
            <a:solidFill>
              <a:srgbClr val="6E3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0" y="5563465"/>
              <a:ext cx="887094" cy="1294765"/>
            </a:xfrm>
            <a:custGeom>
              <a:avLst/>
              <a:gdLst/>
              <a:ahLst/>
              <a:cxnLst/>
              <a:rect l="l" t="t" r="r" b="b"/>
              <a:pathLst>
                <a:path w="887094" h="1294765">
                  <a:moveTo>
                    <a:pt x="887056" y="0"/>
                  </a:moveTo>
                  <a:lnTo>
                    <a:pt x="104" y="0"/>
                  </a:lnTo>
                  <a:lnTo>
                    <a:pt x="0" y="1294650"/>
                  </a:lnTo>
                  <a:lnTo>
                    <a:pt x="658872" y="1294650"/>
                  </a:lnTo>
                  <a:lnTo>
                    <a:pt x="887056" y="0"/>
                  </a:lnTo>
                  <a:close/>
                </a:path>
              </a:pathLst>
            </a:custGeom>
            <a:solidFill>
              <a:srgbClr val="704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11" y="5563465"/>
              <a:ext cx="665480" cy="1294765"/>
            </a:xfrm>
            <a:custGeom>
              <a:avLst/>
              <a:gdLst/>
              <a:ahLst/>
              <a:cxnLst/>
              <a:rect l="l" t="t" r="r" b="b"/>
              <a:pathLst>
                <a:path w="665480" h="1294765">
                  <a:moveTo>
                    <a:pt x="665265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36930" y="1294534"/>
                  </a:lnTo>
                  <a:lnTo>
                    <a:pt x="665265" y="0"/>
                  </a:lnTo>
                  <a:close/>
                </a:path>
              </a:pathLst>
            </a:custGeom>
            <a:solidFill>
              <a:srgbClr val="724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06" y="5563465"/>
              <a:ext cx="443865" cy="1294765"/>
            </a:xfrm>
            <a:custGeom>
              <a:avLst/>
              <a:gdLst/>
              <a:ahLst/>
              <a:cxnLst/>
              <a:rect l="l" t="t" r="r" b="b"/>
              <a:pathLst>
                <a:path w="443865" h="1294765">
                  <a:moveTo>
                    <a:pt x="443657" y="0"/>
                  </a:moveTo>
                  <a:lnTo>
                    <a:pt x="87" y="0"/>
                  </a:lnTo>
                  <a:lnTo>
                    <a:pt x="0" y="1294558"/>
                  </a:lnTo>
                  <a:lnTo>
                    <a:pt x="215290" y="1294558"/>
                  </a:lnTo>
                  <a:lnTo>
                    <a:pt x="443657" y="0"/>
                  </a:lnTo>
                  <a:close/>
                </a:path>
              </a:pathLst>
            </a:custGeom>
            <a:solidFill>
              <a:srgbClr val="744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1" y="5563465"/>
              <a:ext cx="222250" cy="1259205"/>
            </a:xfrm>
            <a:custGeom>
              <a:avLst/>
              <a:gdLst/>
              <a:ahLst/>
              <a:cxnLst/>
              <a:rect l="l" t="t" r="r" b="b"/>
              <a:pathLst>
                <a:path w="222250" h="1259204">
                  <a:moveTo>
                    <a:pt x="221865" y="0"/>
                  </a:moveTo>
                  <a:lnTo>
                    <a:pt x="83" y="0"/>
                  </a:lnTo>
                  <a:lnTo>
                    <a:pt x="0" y="1258795"/>
                  </a:lnTo>
                  <a:lnTo>
                    <a:pt x="221865" y="0"/>
                  </a:lnTo>
                  <a:close/>
                </a:path>
              </a:pathLst>
            </a:custGeom>
            <a:solidFill>
              <a:srgbClr val="764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108221" y="2506217"/>
            <a:ext cx="62280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25" dirty="0">
                <a:solidFill>
                  <a:srgbClr val="FFFFFF"/>
                </a:solidFill>
                <a:latin typeface="Calibri"/>
                <a:cs typeface="Calibri"/>
              </a:rPr>
              <a:t>Тема: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ru-RU" sz="3200" b="1" spc="305" dirty="0">
                <a:solidFill>
                  <a:srgbClr val="FFFFFF"/>
                </a:solidFill>
                <a:latin typeface="Calibri"/>
                <a:cs typeface="Calibri"/>
              </a:rPr>
              <a:t>Обзор офисных пакетов </a:t>
            </a:r>
            <a:r>
              <a:rPr lang="es-ES" sz="3200" b="1" spc="305" dirty="0">
                <a:solidFill>
                  <a:srgbClr val="FFFFFF"/>
                </a:solidFill>
                <a:latin typeface="Calibri"/>
                <a:cs typeface="Calibri"/>
              </a:rPr>
              <a:t>LibreOffice</a:t>
            </a:r>
          </a:p>
        </p:txBody>
      </p:sp>
      <p:sp>
        <p:nvSpPr>
          <p:cNvPr id="107" name="object 107"/>
          <p:cNvSpPr txBox="1">
            <a:spLocks noGrp="1"/>
          </p:cNvSpPr>
          <p:nvPr>
            <p:ph type="title"/>
          </p:nvPr>
        </p:nvSpPr>
        <p:spPr>
          <a:xfrm>
            <a:off x="10006456" y="1965134"/>
            <a:ext cx="548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359E30"/>
                </a:solidFill>
                <a:latin typeface="Tahoma"/>
                <a:cs typeface="Tahoma"/>
              </a:rPr>
              <a:t>2025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9837042" y="5609391"/>
            <a:ext cx="2752090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800" dirty="0">
                <a:latin typeface="Microsoft Sans Serif"/>
                <a:cs typeface="Microsoft Sans Serif"/>
              </a:rPr>
              <a:t>Агирре Данна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latin typeface="Microsoft Sans Serif"/>
                <a:cs typeface="Microsoft Sans Serif"/>
              </a:rPr>
              <a:t>Фатумата Диарра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800" dirty="0">
                <a:latin typeface="Microsoft Sans Serif"/>
                <a:cs typeface="Microsoft Sans Serif"/>
              </a:rPr>
              <a:t>Чыонг Тхи Тхюи Чанг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latin typeface="Microsoft Sans Serif"/>
                <a:cs typeface="Microsoft Sans Serif"/>
              </a:rPr>
              <a:t>Леон Пуэнте Н.</a:t>
            </a:r>
            <a:endParaRPr lang="ru-RU" sz="18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376936" y="5791936"/>
            <a:ext cx="1728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Преподаватель: </a:t>
            </a:r>
            <a:r>
              <a:rPr sz="18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Горелов</a:t>
            </a:r>
            <a:r>
              <a:rPr sz="1800" spc="-6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С.В.</a:t>
            </a:r>
            <a:endParaRPr sz="18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12" name="Imagen 111">
            <a:extLst>
              <a:ext uri="{FF2B5EF4-FFF2-40B4-BE49-F238E27FC236}">
                <a16:creationId xmlns:a16="http://schemas.microsoft.com/office/drawing/2014/main" id="{69CC4473-5E95-4C94-A59E-841AFB584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71" y="127364"/>
            <a:ext cx="3429176" cy="1181161"/>
          </a:xfrm>
          <a:prstGeom prst="rect">
            <a:avLst/>
          </a:prstGeom>
        </p:spPr>
      </p:pic>
      <p:sp>
        <p:nvSpPr>
          <p:cNvPr id="113" name="CuadroTexto 112">
            <a:extLst>
              <a:ext uri="{FF2B5EF4-FFF2-40B4-BE49-F238E27FC236}">
                <a16:creationId xmlns:a16="http://schemas.microsoft.com/office/drawing/2014/main" id="{A18B722A-185A-496C-A64D-C655BE7B8968}"/>
              </a:ext>
            </a:extLst>
          </p:cNvPr>
          <p:cNvSpPr txBox="1"/>
          <p:nvPr/>
        </p:nvSpPr>
        <p:spPr>
          <a:xfrm>
            <a:off x="36346" y="6476988"/>
            <a:ext cx="251023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4731204</a:t>
            </a:r>
            <a:r>
              <a:rPr lang="ru-RU" dirty="0"/>
              <a:t>/50001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27180" y="6247345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7F7F7F"/>
                </a:solidFill>
                <a:latin typeface="Microsoft Sans Serif"/>
                <a:cs typeface="Microsoft Sans Serif"/>
              </a:rPr>
              <a:t>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785" y="342976"/>
            <a:ext cx="6859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lang="ru-RU" spc="155" dirty="0">
                <a:latin typeface="Tahoma"/>
                <a:cs typeface="Tahoma"/>
              </a:rPr>
              <a:t>1. Организация и лицензия</a:t>
            </a:r>
            <a:endParaRPr spc="12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934" y="1523998"/>
            <a:ext cx="4966666" cy="3773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•  The Document Foundation (некоммерческая организация)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· Основана в 2010 году сообществом OpenOffice.org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· Лицензия MPL (Mozilla Public License) - свободная лицензия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· Бесплатное распространение и модификация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· Открытый исходный код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· Финансирование за счет пожертвований.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26" name="Picture 2" descr="Necesitas Office pero no tienes licencia? Usa libreOffice – #LikeInteligente">
            <a:extLst>
              <a:ext uri="{FF2B5EF4-FFF2-40B4-BE49-F238E27FC236}">
                <a16:creationId xmlns:a16="http://schemas.microsoft.com/office/drawing/2014/main" id="{175DE690-5CAB-4E6E-AC24-6BF6752316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3" r="7730"/>
          <a:stretch/>
        </p:blipFill>
        <p:spPr bwMode="auto">
          <a:xfrm>
            <a:off x="6501832" y="1676400"/>
            <a:ext cx="5334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268F99E-6D00-49B3-AC2F-E9DCD46B0FAF}"/>
              </a:ext>
            </a:extLst>
          </p:cNvPr>
          <p:cNvSpPr txBox="1"/>
          <p:nvPr/>
        </p:nvSpPr>
        <p:spPr>
          <a:xfrm>
            <a:off x="8874192" y="526698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1.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784" y="342976"/>
            <a:ext cx="102236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lang="ru-RU" spc="145" dirty="0">
                <a:latin typeface="Tahoma"/>
                <a:cs typeface="Tahoma"/>
              </a:rPr>
              <a:t>ВЕРСИОННАЯ ПОЛИТИКА И ПОДДЕРЖКА</a:t>
            </a:r>
            <a:endParaRPr spc="125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828800"/>
            <a:ext cx="6261216" cy="285847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•  Полугодовой цикл выпуска новых версий</a:t>
            </a:r>
          </a:p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· Версии LTS (долгосрочная поддержка) - 3 года поддержки</a:t>
            </a:r>
          </a:p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· Поддержка старых версий - 6 месяцев для обычных версий</a:t>
            </a:r>
          </a:p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· Система автоматических обновлений</a:t>
            </a:r>
          </a:p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· Регулярные исправления безопасности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3</a:t>
            </a:fld>
            <a:endParaRPr spc="7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596D773-7299-4761-8EA3-450F43A29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444"/>
          <a:stretch/>
        </p:blipFill>
        <p:spPr>
          <a:xfrm>
            <a:off x="7000306" y="1446204"/>
            <a:ext cx="4800600" cy="396559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C77C05F-0D61-4850-90E8-B2914C2C257F}"/>
              </a:ext>
            </a:extLst>
          </p:cNvPr>
          <p:cNvSpPr txBox="1"/>
          <p:nvPr/>
        </p:nvSpPr>
        <p:spPr>
          <a:xfrm>
            <a:off x="9159239" y="5463283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2.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105" y="342976"/>
            <a:ext cx="78345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120" dirty="0">
                <a:latin typeface="Tahoma"/>
                <a:cs typeface="Tahoma"/>
              </a:rPr>
              <a:t>3. Основные функции и улучшения</a:t>
            </a:r>
            <a:endParaRPr lang="ru-RU" spc="114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0" y="1295400"/>
            <a:ext cx="5638799" cy="4916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latin typeface="Microsoft Sans Serif"/>
                <a:cs typeface="Microsoft Sans Serif"/>
              </a:rPr>
              <a:t>· Версия 24.8: улучшенная совместимость с MS Office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endParaRPr lang="ru-RU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latin typeface="Microsoft Sans Serif"/>
                <a:cs typeface="Microsoft Sans Serif"/>
              </a:rPr>
              <a:t>· Новый движок рендеринга текста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endParaRPr lang="ru-RU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latin typeface="Microsoft Sans Serif"/>
                <a:cs typeface="Microsoft Sans Serif"/>
              </a:rPr>
              <a:t>· Улучшенная производительность Calc с большими таблицами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endParaRPr lang="ru-RU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latin typeface="Microsoft Sans Serif"/>
                <a:cs typeface="Microsoft Sans Serif"/>
              </a:rPr>
              <a:t>· Skia/Vulkan rendering для улучшенной графики</a:t>
            </a:r>
            <a:endParaRPr lang="en-US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endParaRPr lang="ru-RU" sz="2400" dirty="0">
              <a:latin typeface="Microsoft Sans Serif"/>
              <a:cs typeface="Microsoft Sans Serif"/>
            </a:endParaRP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latin typeface="Microsoft Sans Serif"/>
                <a:cs typeface="Microsoft Sans Serif"/>
              </a:rPr>
              <a:t>· Интеграция с облачными хранилищами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4</a:t>
            </a:fld>
            <a:endParaRPr spc="7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10E932-6BD6-45B7-B6AE-662A5FB6DE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31" t="16666" r="8399" b="57778"/>
          <a:stretch/>
        </p:blipFill>
        <p:spPr>
          <a:xfrm>
            <a:off x="0" y="1761427"/>
            <a:ext cx="5797826" cy="3810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97CCAAF-081A-4BCA-A9DE-29C4B812489D}"/>
              </a:ext>
            </a:extLst>
          </p:cNvPr>
          <p:cNvSpPr txBox="1"/>
          <p:nvPr/>
        </p:nvSpPr>
        <p:spPr>
          <a:xfrm>
            <a:off x="2590800" y="557142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3.</a:t>
            </a: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784" y="342976"/>
            <a:ext cx="847101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lang="ru-RU" spc="120" dirty="0">
                <a:latin typeface="Tahoma"/>
                <a:cs typeface="Tahoma"/>
              </a:rPr>
              <a:t>4. Локализация</a:t>
            </a:r>
            <a:r>
              <a:rPr lang="es-ES" spc="120" dirty="0">
                <a:latin typeface="Tahoma"/>
                <a:cs typeface="Tahoma"/>
              </a:rPr>
              <a:t>, </a:t>
            </a:r>
            <a:r>
              <a:rPr lang="ru-RU" spc="120" dirty="0">
                <a:latin typeface="Tahoma"/>
                <a:cs typeface="Tahoma"/>
              </a:rPr>
              <a:t>сообщество и состав пакета </a:t>
            </a:r>
            <a:endParaRPr spc="15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000" y="1537456"/>
            <a:ext cx="4485005" cy="538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· Поддержка 115 языков интерфейса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· Активное сообщество - более 1000 разработчиков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· Writer - профессиональный текстовый процессор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· Calc - мощные электронные таблицы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· Impress - создание эффектных презентаций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· Draw, Base, Math - дополнительные компоненты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55" dirty="0"/>
              <a:t>5</a:t>
            </a:fld>
            <a:endParaRPr spc="55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3C8FBB3-7D7C-4C44-9A2E-F1C26712B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0" t="21111" r="4200" b="37778"/>
          <a:stretch/>
        </p:blipFill>
        <p:spPr>
          <a:xfrm>
            <a:off x="6248400" y="1447800"/>
            <a:ext cx="4460791" cy="4343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0F682EA-0C82-46FD-9881-6D8CB4A20E64}"/>
              </a:ext>
            </a:extLst>
          </p:cNvPr>
          <p:cNvSpPr txBox="1"/>
          <p:nvPr/>
        </p:nvSpPr>
        <p:spPr>
          <a:xfrm>
            <a:off x="8478795" y="577088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4.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104" y="342976"/>
            <a:ext cx="93396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130" dirty="0">
                <a:latin typeface="Tahoma"/>
                <a:cs typeface="Tahoma"/>
              </a:rPr>
              <a:t>5. Рекомендации для бизнеса </a:t>
            </a:r>
            <a:endParaRPr spc="155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234" y="961178"/>
            <a:ext cx="5101590" cy="4812856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200" spc="-30" dirty="0">
                <a:latin typeface="Microsoft Sans Serif"/>
                <a:cs typeface="Microsoft Sans Serif"/>
              </a:rPr>
              <a:t> </a:t>
            </a:r>
            <a:r>
              <a:rPr lang="ru-RU" sz="2400" dirty="0"/>
              <a:t>Идеален для малого и среднего бизнеса</a:t>
            </a:r>
            <a:endParaRPr lang="en-US" sz="2400" dirty="0"/>
          </a:p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400" dirty="0"/>
              <a:t>· Экономия на лицензиях - до 90%</a:t>
            </a:r>
            <a:endParaRPr lang="en-US" sz="2400" dirty="0"/>
          </a:p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400" dirty="0"/>
              <a:t>· Подходит для государственных учреждений</a:t>
            </a:r>
            <a:endParaRPr lang="en-US" sz="2400" dirty="0"/>
          </a:p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400" dirty="0"/>
              <a:t>· Профессиональные возможности презентаций</a:t>
            </a:r>
            <a:endParaRPr lang="en-US" sz="2400" dirty="0"/>
          </a:p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400" dirty="0"/>
              <a:t>· Совместимость с корпоративными системами</a:t>
            </a:r>
            <a:br>
              <a:rPr lang="ru-RU" sz="2400" dirty="0"/>
            </a:br>
            <a:endParaRPr lang="en-US" sz="2200" spc="-3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55" dirty="0"/>
              <a:t>6</a:t>
            </a:fld>
            <a:endParaRPr spc="55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5D74641-92DA-482F-B985-91E4ED67C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42" t="31568" r="6610" b="41765"/>
          <a:stretch/>
        </p:blipFill>
        <p:spPr>
          <a:xfrm>
            <a:off x="6059060" y="1443943"/>
            <a:ext cx="5747101" cy="397011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1CD2B1D-8856-44F0-8848-EED05C33CA5E}"/>
              </a:ext>
            </a:extLst>
          </p:cNvPr>
          <p:cNvSpPr txBox="1"/>
          <p:nvPr/>
        </p:nvSpPr>
        <p:spPr>
          <a:xfrm>
            <a:off x="8932610" y="5368293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5.</a:t>
            </a: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659" y="1752600"/>
            <a:ext cx="5172698" cy="411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Нативный формат </a:t>
            </a:r>
            <a:r>
              <a:rPr lang="es-ES" sz="2000" dirty="0">
                <a:latin typeface="Microsoft Sans Serif"/>
                <a:cs typeface="Microsoft Sans Serif"/>
              </a:rPr>
              <a:t>ODF (</a:t>
            </a:r>
            <a:r>
              <a:rPr lang="es-ES" sz="2000" dirty="0" err="1">
                <a:latin typeface="Microsoft Sans Serif"/>
                <a:cs typeface="Microsoft Sans Serif"/>
              </a:rPr>
              <a:t>OpenDocument</a:t>
            </a:r>
            <a:r>
              <a:rPr lang="es-ES" sz="2000" dirty="0">
                <a:latin typeface="Microsoft Sans Serif"/>
                <a:cs typeface="Microsoft Sans Serif"/>
              </a:rPr>
              <a:t> </a:t>
            </a:r>
            <a:r>
              <a:rPr lang="es-ES" sz="2000" dirty="0" err="1">
                <a:latin typeface="Microsoft Sans Serif"/>
                <a:cs typeface="Microsoft Sans Serif"/>
              </a:rPr>
              <a:t>Format</a:t>
            </a:r>
            <a:r>
              <a:rPr lang="es-ES" sz="2000" dirty="0">
                <a:latin typeface="Microsoft Sans Serif"/>
                <a:cs typeface="Microsoft Sans Serif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endParaRPr lang="es-ES" sz="20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s-ES" sz="2000" dirty="0">
                <a:latin typeface="Microsoft Sans Serif"/>
                <a:cs typeface="Microsoft Sans Serif"/>
              </a:rPr>
              <a:t>· </a:t>
            </a:r>
            <a:r>
              <a:rPr lang="ru-RU" sz="2000" dirty="0">
                <a:latin typeface="Microsoft Sans Serif"/>
                <a:cs typeface="Microsoft Sans Serif"/>
              </a:rPr>
              <a:t>Импорт/экспорт форматов </a:t>
            </a:r>
            <a:r>
              <a:rPr lang="es-ES" sz="2000" dirty="0">
                <a:latin typeface="Microsoft Sans Serif"/>
                <a:cs typeface="Microsoft Sans Serif"/>
              </a:rPr>
              <a:t>MS Office (DOCX, XLSX, PPTX)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endParaRPr lang="es-ES" sz="20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s-ES" sz="2000" dirty="0">
                <a:latin typeface="Microsoft Sans Serif"/>
                <a:cs typeface="Microsoft Sans Serif"/>
              </a:rPr>
              <a:t>· </a:t>
            </a:r>
            <a:r>
              <a:rPr lang="ru-RU" sz="2000" dirty="0">
                <a:latin typeface="Microsoft Sans Serif"/>
                <a:cs typeface="Microsoft Sans Serif"/>
              </a:rPr>
              <a:t>Полная поддержка </a:t>
            </a:r>
            <a:r>
              <a:rPr lang="es-ES" sz="2000" dirty="0">
                <a:latin typeface="Microsoft Sans Serif"/>
                <a:cs typeface="Microsoft Sans Serif"/>
              </a:rPr>
              <a:t>PDF (</a:t>
            </a:r>
            <a:r>
              <a:rPr lang="ru-RU" sz="2000" dirty="0">
                <a:latin typeface="Microsoft Sans Serif"/>
                <a:cs typeface="Microsoft Sans Serif"/>
              </a:rPr>
              <a:t>создание и редактирование)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9880" algn="l"/>
              </a:tabLst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· Экспорт в </a:t>
            </a:r>
            <a:r>
              <a:rPr lang="es-ES" sz="2000" dirty="0">
                <a:latin typeface="Microsoft Sans Serif"/>
                <a:cs typeface="Microsoft Sans Serif"/>
              </a:rPr>
              <a:t>EPUB, HTML, XML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9880" algn="l"/>
              </a:tabLst>
            </a:pPr>
            <a:endParaRPr lang="es-ES" sz="20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s-ES" sz="2000" dirty="0">
                <a:latin typeface="Microsoft Sans Serif"/>
                <a:cs typeface="Microsoft Sans Serif"/>
              </a:rPr>
              <a:t>· </a:t>
            </a:r>
            <a:r>
              <a:rPr lang="ru-RU" sz="2000" dirty="0">
                <a:latin typeface="Microsoft Sans Serif"/>
                <a:cs typeface="Microsoft Sans Serif"/>
              </a:rPr>
              <a:t>Поддержка старых форматов (</a:t>
            </a:r>
            <a:r>
              <a:rPr lang="es-ES" sz="2000" dirty="0">
                <a:latin typeface="Microsoft Sans Serif"/>
                <a:cs typeface="Microsoft Sans Serif"/>
              </a:rPr>
              <a:t>DOC, XLS, PPT)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6385" y="6247345"/>
            <a:ext cx="1517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45" dirty="0">
                <a:solidFill>
                  <a:srgbClr val="7F7F7F"/>
                </a:solidFill>
                <a:latin typeface="Microsoft Sans Serif"/>
                <a:cs typeface="Microsoft Sans Serif"/>
              </a:rPr>
              <a:t>7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E4BF7D30-530A-4CFD-9BA9-2A71464B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84" y="90728"/>
            <a:ext cx="8852015" cy="492443"/>
          </a:xfrm>
        </p:spPr>
        <p:txBody>
          <a:bodyPr/>
          <a:lstStyle/>
          <a:p>
            <a:r>
              <a:rPr lang="es-ES" dirty="0"/>
              <a:t>6.</a:t>
            </a:r>
            <a:r>
              <a:rPr lang="ru-RU" dirty="0"/>
              <a:t> Совместимость форматами</a:t>
            </a:r>
            <a:r>
              <a:rPr lang="es-ES" dirty="0"/>
              <a:t> </a:t>
            </a:r>
          </a:p>
        </p:txBody>
      </p:sp>
      <p:pic>
        <p:nvPicPr>
          <p:cNvPr id="3074" name="Picture 2" descr="Qué formatos de archivo puede importar y exportar Inkscape? » Inkscape en  Español">
            <a:extLst>
              <a:ext uri="{FF2B5EF4-FFF2-40B4-BE49-F238E27FC236}">
                <a16:creationId xmlns:a16="http://schemas.microsoft.com/office/drawing/2014/main" id="{C425437C-6AA4-40C6-85F6-F10B26CA3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645" y="1524000"/>
            <a:ext cx="4670898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1F1AD60-89A2-4DE2-A35C-B8F460A50493}"/>
              </a:ext>
            </a:extLst>
          </p:cNvPr>
          <p:cNvSpPr txBox="1"/>
          <p:nvPr/>
        </p:nvSpPr>
        <p:spPr>
          <a:xfrm>
            <a:off x="8796350" y="499514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6.</a:t>
            </a:r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73BF-4FF4-69F4-D033-302725CB7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85" y="342976"/>
            <a:ext cx="6859270" cy="492443"/>
          </a:xfrm>
        </p:spPr>
        <p:txBody>
          <a:bodyPr/>
          <a:lstStyle/>
          <a:p>
            <a:r>
              <a:rPr lang="en-US" dirty="0"/>
              <a:t>7.</a:t>
            </a:r>
            <a:r>
              <a:rPr lang="ru-RU" dirty="0"/>
              <a:t>СИСТЕМНЫЕ ТРЕБОВАНИЯ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310A2-4984-EBF9-A245-183D79C18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6940" y="1297343"/>
            <a:ext cx="6241060" cy="338554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Windows 10/11, Linux, </a:t>
            </a:r>
            <a:r>
              <a:rPr lang="ru-RU" i="0" dirty="0" err="1"/>
              <a:t>macOS</a:t>
            </a:r>
            <a:r>
              <a:rPr lang="ru-RU" i="0" dirty="0"/>
              <a:t> 10.14+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Процессор 1.6 </a:t>
            </a:r>
            <a:r>
              <a:rPr lang="ru-RU" i="0" dirty="0" err="1"/>
              <a:t>GHz</a:t>
            </a:r>
            <a:r>
              <a:rPr lang="ru-RU" i="0" dirty="0"/>
              <a:t>, 2 GB RAM (минимум)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2.5 GB свободного места на диске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Поддержка 32- и 64-битных систем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Разрешение экрана 1024x768 минимум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40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5982D-76C7-4581-9D13-7A9C0BC9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85" y="342976"/>
            <a:ext cx="6859270" cy="492443"/>
          </a:xfrm>
        </p:spPr>
        <p:txBody>
          <a:bodyPr/>
          <a:lstStyle/>
          <a:p>
            <a:r>
              <a:rPr lang="es-ES" dirty="0"/>
              <a:t>8. </a:t>
            </a:r>
            <a:r>
              <a:rPr lang="ru-RU" dirty="0"/>
              <a:t>Образовательные проекты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3E8843-FE63-4ACE-A333-81A917E7C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785" y="1736229"/>
            <a:ext cx="6088660" cy="30469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>
                <a:latin typeface="Times New Roman" panose="02020603050405020304" pitchFamily="18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· Использование в школах и университетах по всему миру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>
                <a:latin typeface="Times New Roman" panose="02020603050405020304" pitchFamily="18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· Программа сертификации преподавателей</a:t>
            </a:r>
            <a:endParaRPr lang="en-US" i="0" dirty="0">
              <a:latin typeface="Times New Roman" panose="02020603050405020304" pitchFamily="18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endParaRPr lang="ru-RU" i="0" dirty="0">
              <a:latin typeface="Times New Roman" panose="02020603050405020304" pitchFamily="18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>
                <a:latin typeface="Times New Roman" panose="02020603050405020304" pitchFamily="18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· Бесплатные обучающие материалы и курсы</a:t>
            </a:r>
            <a:endParaRPr lang="en-US" i="0" dirty="0">
              <a:latin typeface="Times New Roman" panose="02020603050405020304" pitchFamily="18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endParaRPr lang="ru-RU" i="0" dirty="0">
              <a:latin typeface="Times New Roman" panose="02020603050405020304" pitchFamily="18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>
                <a:latin typeface="Times New Roman" panose="02020603050405020304" pitchFamily="18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· Специальные образовательные лицензии</a:t>
            </a:r>
            <a:endParaRPr lang="en-US" i="0" dirty="0">
              <a:latin typeface="Times New Roman" panose="02020603050405020304" pitchFamily="18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endParaRPr lang="ru-RU" i="0" dirty="0">
              <a:latin typeface="Times New Roman" panose="02020603050405020304" pitchFamily="18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>
                <a:latin typeface="Times New Roman" panose="02020603050405020304" pitchFamily="18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· Поддержка академических исследований</a:t>
            </a:r>
            <a:endParaRPr lang="es-ES" i="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A56BB5-4D85-426C-A216-866E9406CF2F}"/>
              </a:ext>
            </a:extLst>
          </p:cNvPr>
          <p:cNvSpPr txBox="1"/>
          <p:nvPr/>
        </p:nvSpPr>
        <p:spPr>
          <a:xfrm>
            <a:off x="11506200" y="6324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pc="45" dirty="0">
                <a:solidFill>
                  <a:srgbClr val="7F7F7F"/>
                </a:solidFill>
                <a:latin typeface="Microsoft Sans Serif"/>
                <a:cs typeface="Microsoft Sans Serif"/>
              </a:rPr>
              <a:t>8</a:t>
            </a:r>
            <a:endParaRPr lang="es-ES" sz="1800" dirty="0">
              <a:latin typeface="Microsoft Sans Serif"/>
              <a:cs typeface="Microsoft Sans Serif"/>
            </a:endParaRPr>
          </a:p>
        </p:txBody>
      </p:sp>
      <p:pic>
        <p:nvPicPr>
          <p:cNvPr id="1026" name="Picture 2" descr="Diseño de un programa educativo | Scala Learning">
            <a:extLst>
              <a:ext uri="{FF2B5EF4-FFF2-40B4-BE49-F238E27FC236}">
                <a16:creationId xmlns:a16="http://schemas.microsoft.com/office/drawing/2014/main" id="{BC0EC907-F301-4658-880A-E1C437954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846" y="1143000"/>
            <a:ext cx="4471194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8DA759-EF00-429A-A617-AFE6352452B9}"/>
              </a:ext>
            </a:extLst>
          </p:cNvPr>
          <p:cNvSpPr txBox="1"/>
          <p:nvPr/>
        </p:nvSpPr>
        <p:spPr>
          <a:xfrm>
            <a:off x="8915400" y="4419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7.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411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F599F-C385-4198-BE02-82C69EDB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85" y="342976"/>
            <a:ext cx="6859270" cy="492443"/>
          </a:xfrm>
        </p:spPr>
        <p:txBody>
          <a:bodyPr/>
          <a:lstStyle/>
          <a:p>
            <a:r>
              <a:rPr lang="es-ES" dirty="0"/>
              <a:t>9.</a:t>
            </a:r>
            <a:r>
              <a:rPr lang="ru-RU" dirty="0"/>
              <a:t>Перспективы развития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BA62B0-D88D-4179-B1AA-9CF9A18BB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6705600" cy="40626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Планы развития на 2024-2025 годы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Улучшение облачной интеграции</a:t>
            </a:r>
            <a:r>
              <a:rPr lang="en-US" i="0" dirty="0"/>
              <a:t>       </a:t>
            </a:r>
            <a:r>
              <a:rPr lang="ru-RU" i="0" dirty="0"/>
              <a:t> (</a:t>
            </a:r>
            <a:r>
              <a:rPr lang="ru-RU" i="0" dirty="0" err="1"/>
              <a:t>Collabora</a:t>
            </a:r>
            <a:r>
              <a:rPr lang="en-US" i="0" dirty="0"/>
              <a:t> </a:t>
            </a:r>
            <a:r>
              <a:rPr lang="ru-RU" i="0" dirty="0"/>
              <a:t>Online)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Развитие мобильных версий для Android/</a:t>
            </a:r>
            <a:r>
              <a:rPr lang="ru-RU" i="0" dirty="0" err="1"/>
              <a:t>iOS</a:t>
            </a:r>
            <a:endParaRPr lang="en-US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Внедрение AI-функций для помощи пользователям</a:t>
            </a:r>
            <a:endParaRPr lang="en-US" i="0" dirty="0"/>
          </a:p>
          <a:p>
            <a:endParaRPr lang="ru-RU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0" dirty="0"/>
              <a:t>· Улучшение совместной работы в реальном времени</a:t>
            </a:r>
            <a:endParaRPr lang="es-ES" i="0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53AEB0C1-0CC4-48FA-A6F6-6EFAC79B88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45778" y="6269358"/>
            <a:ext cx="373139" cy="25263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es-ES" spc="55" dirty="0"/>
              <a:t>9</a:t>
            </a:r>
            <a:endParaRPr spc="55" dirty="0"/>
          </a:p>
        </p:txBody>
      </p:sp>
      <p:pic>
        <p:nvPicPr>
          <p:cNvPr id="2050" name="Picture 2" descr="9 Tendencias de desarrollo de software para 2025- Bambu Mobile">
            <a:extLst>
              <a:ext uri="{FF2B5EF4-FFF2-40B4-BE49-F238E27FC236}">
                <a16:creationId xmlns:a16="http://schemas.microsoft.com/office/drawing/2014/main" id="{7C987B13-2D07-40D9-9A0A-7100DA9B3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343660"/>
            <a:ext cx="3942080" cy="394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8F8EF5C-D770-4478-A695-8C17FFD41B8E}"/>
              </a:ext>
            </a:extLst>
          </p:cNvPr>
          <p:cNvSpPr txBox="1"/>
          <p:nvPr/>
        </p:nvSpPr>
        <p:spPr>
          <a:xfrm>
            <a:off x="8947117" y="5424649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9.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989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6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Выводы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905000"/>
            <a:ext cx="5353304" cy="3500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· LibreOffice - мощная бесплатная альтернатива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· Активное развитие и сообщество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· Профессиональные возможности для бизнеса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· Отличная совместимость с форматами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· Перспективы дальнейшего развития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545778" y="6269358"/>
            <a:ext cx="373139" cy="25263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es-ES" spc="55" dirty="0"/>
              <a:t>10</a:t>
            </a:r>
            <a:endParaRPr spc="55" dirty="0"/>
          </a:p>
        </p:txBody>
      </p:sp>
      <p:pic>
        <p:nvPicPr>
          <p:cNvPr id="2052" name="Picture 4" descr="Microsoft Office vs Libre Office: La mejor Suite de oficina - ARPYNET SAC &gt;">
            <a:extLst>
              <a:ext uri="{FF2B5EF4-FFF2-40B4-BE49-F238E27FC236}">
                <a16:creationId xmlns:a16="http://schemas.microsoft.com/office/drawing/2014/main" id="{968C425A-61D1-4B04-BCBC-3A1DE1CB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120" y="1676400"/>
            <a:ext cx="5487398" cy="38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0997F62-101D-423C-AE9E-46C083FC073B}"/>
              </a:ext>
            </a:extLst>
          </p:cNvPr>
          <p:cNvSpPr txBox="1"/>
          <p:nvPr/>
        </p:nvSpPr>
        <p:spPr>
          <a:xfrm>
            <a:off x="8947117" y="5610901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 10.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4857</TotalTime>
  <Words>466</Words>
  <Application>Microsoft Office PowerPoint</Application>
  <PresentationFormat>Widescreen</PresentationFormat>
  <Paragraphs>118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Lucida Sans Unicode</vt:lpstr>
      <vt:lpstr>Microsoft Himalaya</vt:lpstr>
      <vt:lpstr>Microsoft Sans Serif</vt:lpstr>
      <vt:lpstr>Tahoma</vt:lpstr>
      <vt:lpstr>Times New Roman</vt:lpstr>
      <vt:lpstr>Wingdings</vt:lpstr>
      <vt:lpstr>Office Theme</vt:lpstr>
      <vt:lpstr>2025</vt:lpstr>
      <vt:lpstr>1. Организация и лицензия</vt:lpstr>
      <vt:lpstr>ВЕРСИОННАЯ ПОЛИТИКА И ПОДДЕРЖКА</vt:lpstr>
      <vt:lpstr>3. Основные функции и улучшения</vt:lpstr>
      <vt:lpstr>4. Локализация, сообщество и состав пакета </vt:lpstr>
      <vt:lpstr>5. Рекомендации для бизнеса </vt:lpstr>
      <vt:lpstr>6. Совместимость форматами </vt:lpstr>
      <vt:lpstr>7.СИСТЕМНЫЕ ТРЕБОВАНИЯ</vt:lpstr>
      <vt:lpstr>8. Образовательные проекты</vt:lpstr>
      <vt:lpstr>9.Перспективы развития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Shedrina Dasha</dc:creator>
  <cp:lastModifiedBy>Sylla Messeoude</cp:lastModifiedBy>
  <cp:revision>15</cp:revision>
  <dcterms:created xsi:type="dcterms:W3CDTF">2025-11-13T07:26:41Z</dcterms:created>
  <dcterms:modified xsi:type="dcterms:W3CDTF">2025-11-16T17:32:02Z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25.2.3.2 (AARCH64) / LibreOffice Community</vt:lpwstr>
  </property>
  <property fmtid="{D5CDD505-2E9C-101B-9397-08002B2CF9AE}" pid="5" name="LastSaved">
    <vt:filetime>2025-11-12T00:00:00Z</vt:filetime>
  </property>
</Properties>
</file>